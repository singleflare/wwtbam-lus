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23" r:id="rId2"/>
    <p:sldId id="2116" r:id="rId3"/>
    <p:sldId id="2117" r:id="rId4"/>
    <p:sldId id="2118" r:id="rId5"/>
    <p:sldId id="211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7ED7A-C98F-E663-E823-BABC080D9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9800F-DF99-3809-49A7-6A80E073AB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FD7A5-6E39-8FBC-2ABC-AE974B47B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B2771-B370-4546-BD58-00AE96BEF54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33602-9737-B1EF-E497-59DF3DEFD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81C7A-F433-9528-6DB6-9E036462F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12242-C46C-444E-B432-0E1BD7585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675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E7C31-F2AB-9FBE-F631-448D6B8C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0516A-634E-3F5D-FBEC-BFB55F16D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7D00F-E89A-D904-DF4C-45BADD45D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B2771-B370-4546-BD58-00AE96BEF54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B61C2-2305-15E7-C347-1F531933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6CADD-4F62-A038-8B66-2C7DF2069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12242-C46C-444E-B432-0E1BD7585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E2EB-D119-B269-3BD9-226922FC7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F6B7C-C092-1693-971A-26FA685C8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55785-6C01-2F31-1553-D0B8FA77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B2771-B370-4546-BD58-00AE96BEF54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823A9-B93B-8DC9-C725-C473549B7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65EE4-D312-225A-6027-04000CED8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12242-C46C-444E-B432-0E1BD7585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86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9973E-C12A-2670-C51F-53F19880F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96E1B-0072-4F82-09A1-7307A6DA1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6057AF-1982-D9E3-793A-D4BFF38A8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6D4BC-526E-F025-9C06-D8652273B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B2771-B370-4546-BD58-00AE96BEF54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6BD95-DF9E-2946-661C-5A0FBA5EE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4B6C1-5114-CFA3-DF98-33490C484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12242-C46C-444E-B432-0E1BD7585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11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F09E-6DB4-12A7-60C6-37AD215C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9E13D-F08C-C580-9D44-40923202F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92A34F-C754-A14F-4FBA-E8BE7C9C9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110437-DEA0-C4CB-5EEA-F30ED1BCF3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0B4B98-4127-DF91-117A-0841D037F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D0C6A4-26EE-8639-0650-18D1710E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B2771-B370-4546-BD58-00AE96BEF54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6CC534-2F78-19B1-CA2E-32FE5CAF9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D0BC15-B47A-6DC0-7645-EEF2BD415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12242-C46C-444E-B432-0E1BD7585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626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1F9D-1B58-B024-9CAE-959F6345F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63A36-D330-43DB-901E-4C7FA182E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B2771-B370-4546-BD58-00AE96BEF54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8A6F7C-AE52-0040-C5C2-5F2700B9D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189DB3-6FD7-A3C0-864C-D0AC5C912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12242-C46C-444E-B432-0E1BD7585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206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82D10B-185E-BA59-AEED-2FA8485B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B2771-B370-4546-BD58-00AE96BEF54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57ADCC-282C-3206-FC44-67192E5DB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6D628-1FCA-D3B7-BE52-D93D83F4C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12242-C46C-444E-B432-0E1BD7585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602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2EA4A-AEB1-ACC2-22A8-B91813DFA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3F444-66DE-86B3-8C0D-AE4A98EDF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900F8C-CE4D-04AC-49B1-F77BBC756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6E4A3-97B5-0E27-0F6C-8D3D298A3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B2771-B370-4546-BD58-00AE96BEF54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76AA8-3490-4F41-4D96-658545352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CDF32-FB60-BB72-9574-639217B7A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12242-C46C-444E-B432-0E1BD7585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899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4728C-CB32-5D0F-144F-7FBBE3621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87A49B-6DB1-AD2D-2BE1-D7FA2B57E2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B8951-93BB-E553-7CBB-8E2463F5C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AADAF-D81E-4CD9-C7DD-E3E0B03CB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B2771-B370-4546-BD58-00AE96BEF54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17904-BDF3-267D-B070-AABBCAC91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AEC1E-83C6-615C-B926-C1B9B38A0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12242-C46C-444E-B432-0E1BD7585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921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8A133-5B07-E699-D41D-DDA4265B6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8F8A4-AE5A-DA46-B8B0-6012BC0B6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BAE37-6FA5-6FFF-9BB9-44618A9D9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B2771-B370-4546-BD58-00AE96BEF54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7DCF9-518C-FE56-60AC-3BC3455F9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7FEA6-5442-73F7-CF08-13D094BAF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12242-C46C-444E-B432-0E1BD7585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275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DB322C-EA15-7A56-CB72-5D5CF277E2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BD0D05-F6E3-2274-144B-25D332C096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A515A-5CB3-7068-0148-E851BA21B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B2771-B370-4546-BD58-00AE96BEF54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A0517-61D8-211E-40D7-6C2126539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BFA55-624D-0048-FB02-93A38C327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12242-C46C-444E-B432-0E1BD7585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28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86ADED-2FC3-1CA9-7357-611033BFB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BA9AE-52F8-823D-571F-C317A25ED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29DDD-7AE4-823F-43D2-EEA42CA04C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7B2771-B370-4546-BD58-00AE96BEF54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E195F-64CB-9E52-7172-5567056EF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F7144-BB56-AD0D-0054-CF02AF569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12242-C46C-444E-B432-0E1BD7585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739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525BB50-76C0-0D43-D46D-2E0302DAC14B}"/>
              </a:ext>
            </a:extLst>
          </p:cNvPr>
          <p:cNvSpPr/>
          <p:nvPr/>
        </p:nvSpPr>
        <p:spPr>
          <a:xfrm>
            <a:off x="923637" y="240145"/>
            <a:ext cx="10344727" cy="6336146"/>
          </a:xfrm>
          <a:prstGeom prst="ellipse">
            <a:avLst/>
          </a:prstGeom>
          <a:gradFill flip="none" rotWithShape="1">
            <a:gsLst>
              <a:gs pos="40000">
                <a:srgbClr val="5A0296"/>
              </a:gs>
              <a:gs pos="25000">
                <a:srgbClr val="650DAF"/>
              </a:gs>
              <a:gs pos="70000">
                <a:srgbClr val="040024"/>
              </a:gs>
            </a:gsLst>
            <a:path path="circle">
              <a:fillToRect l="50000" t="130000" r="50000" b="-30000"/>
            </a:path>
            <a:tileRect/>
          </a:gradFill>
          <a:ln w="508000">
            <a:noFill/>
          </a:ln>
          <a:effectLst>
            <a:innerShdw blurRad="8255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58E6126-2C1B-8739-8ECE-2604B4728DE4}"/>
              </a:ext>
            </a:extLst>
          </p:cNvPr>
          <p:cNvSpPr/>
          <p:nvPr/>
        </p:nvSpPr>
        <p:spPr>
          <a:xfrm>
            <a:off x="923637" y="240145"/>
            <a:ext cx="10344727" cy="6336146"/>
          </a:xfrm>
          <a:prstGeom prst="ellipse">
            <a:avLst/>
          </a:prstGeom>
          <a:noFill/>
          <a:ln w="508000">
            <a:gradFill flip="none" rotWithShape="1">
              <a:gsLst>
                <a:gs pos="12500">
                  <a:schemeClr val="bg1">
                    <a:lumMod val="85000"/>
                  </a:schemeClr>
                </a:gs>
                <a:gs pos="0">
                  <a:schemeClr val="bg1">
                    <a:lumMod val="65000"/>
                  </a:schemeClr>
                </a:gs>
                <a:gs pos="80000">
                  <a:schemeClr val="bg1">
                    <a:lumMod val="95000"/>
                  </a:schemeClr>
                </a:gs>
                <a:gs pos="65000">
                  <a:schemeClr val="tx1">
                    <a:lumMod val="65000"/>
                    <a:lumOff val="35000"/>
                  </a:schemeClr>
                </a:gs>
                <a:gs pos="25000">
                  <a:schemeClr val="tx1">
                    <a:lumMod val="65000"/>
                    <a:lumOff val="3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1"/>
              <a:tileRect/>
            </a:gradFill>
          </a:ln>
          <a:scene3d>
            <a:camera prst="orthographicFront"/>
            <a:lightRig rig="threePt" dir="t"/>
          </a:scene3d>
          <a:sp3d>
            <a:bevelT w="254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012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F282DA-B02D-EB94-18F2-26225AFC4FEC}"/>
              </a:ext>
            </a:extLst>
          </p:cNvPr>
          <p:cNvSpPr/>
          <p:nvPr/>
        </p:nvSpPr>
        <p:spPr>
          <a:xfrm>
            <a:off x="923637" y="240145"/>
            <a:ext cx="10344727" cy="6336146"/>
          </a:xfrm>
          <a:prstGeom prst="ellipse">
            <a:avLst/>
          </a:prstGeom>
          <a:gradFill flip="none" rotWithShape="1">
            <a:gsLst>
              <a:gs pos="40000">
                <a:srgbClr val="5A0296"/>
              </a:gs>
              <a:gs pos="25000">
                <a:srgbClr val="650DAF"/>
              </a:gs>
              <a:gs pos="70000">
                <a:srgbClr val="040024"/>
              </a:gs>
            </a:gsLst>
            <a:path path="circle">
              <a:fillToRect l="50000" t="130000" r="50000" b="-30000"/>
            </a:path>
            <a:tileRect/>
          </a:gradFill>
          <a:ln w="508000">
            <a:noFill/>
          </a:ln>
          <a:effectLst>
            <a:innerShdw blurRad="8255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F8EECCA-FD4B-8DAE-487F-331956707B36}"/>
              </a:ext>
            </a:extLst>
          </p:cNvPr>
          <p:cNvSpPr/>
          <p:nvPr/>
        </p:nvSpPr>
        <p:spPr>
          <a:xfrm>
            <a:off x="923637" y="240145"/>
            <a:ext cx="10344727" cy="6336146"/>
          </a:xfrm>
          <a:prstGeom prst="ellipse">
            <a:avLst/>
          </a:prstGeom>
          <a:noFill/>
          <a:ln w="508000">
            <a:gradFill flip="none" rotWithShape="1">
              <a:gsLst>
                <a:gs pos="12500">
                  <a:schemeClr val="bg1">
                    <a:lumMod val="85000"/>
                  </a:schemeClr>
                </a:gs>
                <a:gs pos="0">
                  <a:schemeClr val="bg1">
                    <a:lumMod val="65000"/>
                  </a:schemeClr>
                </a:gs>
                <a:gs pos="80000">
                  <a:schemeClr val="bg1">
                    <a:lumMod val="95000"/>
                  </a:schemeClr>
                </a:gs>
                <a:gs pos="65000">
                  <a:schemeClr val="tx1">
                    <a:lumMod val="65000"/>
                    <a:lumOff val="35000"/>
                  </a:schemeClr>
                </a:gs>
                <a:gs pos="25000">
                  <a:schemeClr val="tx1">
                    <a:lumMod val="65000"/>
                    <a:lumOff val="3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1"/>
              <a:tileRect/>
            </a:gradFill>
          </a:ln>
          <a:scene3d>
            <a:camera prst="orthographicFront"/>
            <a:lightRig rig="threePt" dir="t"/>
          </a:scene3d>
          <a:sp3d>
            <a:bevelT w="254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95B1D5-CB7D-3E58-9D1A-B5B5F50DFEAD}"/>
              </a:ext>
            </a:extLst>
          </p:cNvPr>
          <p:cNvSpPr/>
          <p:nvPr/>
        </p:nvSpPr>
        <p:spPr>
          <a:xfrm>
            <a:off x="665019" y="0"/>
            <a:ext cx="10861963" cy="685800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376544-8170-1B43-EFB6-9C2FB9EFEB0B}"/>
              </a:ext>
            </a:extLst>
          </p:cNvPr>
          <p:cNvSpPr/>
          <p:nvPr/>
        </p:nvSpPr>
        <p:spPr>
          <a:xfrm>
            <a:off x="1162050" y="479281"/>
            <a:ext cx="9867900" cy="58578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1750" h="38100" prst="angle"/>
            </a:sp3d>
          </a:bodyPr>
          <a:lstStyle/>
          <a:p>
            <a:pPr algn="ctr"/>
            <a:r>
              <a:rPr lang="en-US" sz="24000" spc="-1000" dirty="0">
                <a:solidFill>
                  <a:srgbClr val="F1E2FE"/>
                </a:solidFill>
                <a:effectLst>
                  <a:outerShdw blurRad="38100" sx="99000" sy="99000" algn="ctr" rotWithShape="0">
                    <a:prstClr val="black">
                      <a:alpha val="65000"/>
                    </a:prstClr>
                  </a:outerShdw>
                </a:effectLst>
                <a:latin typeface="Helvetica-Heavy" pitchFamily="2" charset="0"/>
              </a:rPr>
              <a:t>5</a:t>
            </a:r>
            <a:r>
              <a:rPr lang="en-US" sz="24000" spc="600" dirty="0">
                <a:solidFill>
                  <a:srgbClr val="F1E2FE"/>
                </a:solidFill>
                <a:effectLst>
                  <a:outerShdw blurRad="38100" sx="99000" sy="99000" algn="ctr" rotWithShape="0">
                    <a:prstClr val="black">
                      <a:alpha val="65000"/>
                    </a:prstClr>
                  </a:outerShdw>
                </a:effectLst>
                <a:latin typeface="Helvetica-Heavy" pitchFamily="2" charset="0"/>
              </a:rPr>
              <a:t>0:</a:t>
            </a:r>
            <a:r>
              <a:rPr lang="en-US" sz="24000" spc="-1000" dirty="0">
                <a:solidFill>
                  <a:srgbClr val="F1E2FE"/>
                </a:solidFill>
                <a:effectLst>
                  <a:outerShdw blurRad="38100" sx="99000" sy="99000" algn="ctr" rotWithShape="0">
                    <a:prstClr val="black">
                      <a:alpha val="65000"/>
                    </a:prstClr>
                  </a:outerShdw>
                </a:effectLst>
                <a:latin typeface="Helvetica-Heavy" pitchFamily="2" charset="0"/>
              </a:rPr>
              <a:t>5</a:t>
            </a:r>
            <a:r>
              <a:rPr lang="en-US" sz="24000" dirty="0">
                <a:solidFill>
                  <a:srgbClr val="F1E2FE"/>
                </a:solidFill>
                <a:effectLst>
                  <a:outerShdw blurRad="38100" sx="99000" sy="99000" algn="ctr" rotWithShape="0">
                    <a:prstClr val="black">
                      <a:alpha val="65000"/>
                    </a:prstClr>
                  </a:outerShdw>
                </a:effectLst>
                <a:latin typeface="Helvetica-Heavy" pitchFamily="2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960815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F282DA-B02D-EB94-18F2-26225AFC4FEC}"/>
              </a:ext>
            </a:extLst>
          </p:cNvPr>
          <p:cNvSpPr/>
          <p:nvPr/>
        </p:nvSpPr>
        <p:spPr>
          <a:xfrm>
            <a:off x="923637" y="240145"/>
            <a:ext cx="10344727" cy="6336146"/>
          </a:xfrm>
          <a:prstGeom prst="ellipse">
            <a:avLst/>
          </a:prstGeom>
          <a:gradFill flip="none" rotWithShape="1">
            <a:gsLst>
              <a:gs pos="40000">
                <a:srgbClr val="5A0296"/>
              </a:gs>
              <a:gs pos="25000">
                <a:srgbClr val="650DAF"/>
              </a:gs>
              <a:gs pos="70000">
                <a:srgbClr val="040024"/>
              </a:gs>
            </a:gsLst>
            <a:path path="circle">
              <a:fillToRect l="50000" t="130000" r="50000" b="-30000"/>
            </a:path>
            <a:tileRect/>
          </a:gradFill>
          <a:ln w="508000">
            <a:noFill/>
          </a:ln>
          <a:effectLst>
            <a:innerShdw blurRad="8255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F8EECCA-FD4B-8DAE-487F-331956707B36}"/>
              </a:ext>
            </a:extLst>
          </p:cNvPr>
          <p:cNvSpPr/>
          <p:nvPr/>
        </p:nvSpPr>
        <p:spPr>
          <a:xfrm>
            <a:off x="923637" y="240145"/>
            <a:ext cx="10344727" cy="6336146"/>
          </a:xfrm>
          <a:prstGeom prst="ellipse">
            <a:avLst/>
          </a:prstGeom>
          <a:noFill/>
          <a:ln w="508000">
            <a:gradFill flip="none" rotWithShape="1">
              <a:gsLst>
                <a:gs pos="12500">
                  <a:schemeClr val="bg1">
                    <a:lumMod val="85000"/>
                  </a:schemeClr>
                </a:gs>
                <a:gs pos="0">
                  <a:schemeClr val="bg1">
                    <a:lumMod val="65000"/>
                  </a:schemeClr>
                </a:gs>
                <a:gs pos="80000">
                  <a:schemeClr val="bg1">
                    <a:lumMod val="95000"/>
                  </a:schemeClr>
                </a:gs>
                <a:gs pos="65000">
                  <a:schemeClr val="tx1">
                    <a:lumMod val="65000"/>
                    <a:lumOff val="35000"/>
                  </a:schemeClr>
                </a:gs>
                <a:gs pos="25000">
                  <a:schemeClr val="tx1">
                    <a:lumMod val="65000"/>
                    <a:lumOff val="3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1"/>
              <a:tileRect/>
            </a:gradFill>
          </a:ln>
          <a:scene3d>
            <a:camera prst="orthographicFront"/>
            <a:lightRig rig="threePt" dir="t"/>
          </a:scene3d>
          <a:sp3d>
            <a:bevelT w="254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C94057-AB2E-5556-D383-CA22FFF1E6DB}"/>
              </a:ext>
            </a:extLst>
          </p:cNvPr>
          <p:cNvSpPr/>
          <p:nvPr/>
        </p:nvSpPr>
        <p:spPr>
          <a:xfrm>
            <a:off x="665019" y="0"/>
            <a:ext cx="10861963" cy="685800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A82D5F9-58B4-F662-651E-D6CF04C499D0}"/>
              </a:ext>
            </a:extLst>
          </p:cNvPr>
          <p:cNvSpPr/>
          <p:nvPr/>
        </p:nvSpPr>
        <p:spPr>
          <a:xfrm>
            <a:off x="1597891" y="535709"/>
            <a:ext cx="6797963" cy="5772727"/>
          </a:xfrm>
          <a:custGeom>
            <a:avLst/>
            <a:gdLst>
              <a:gd name="connsiteX0" fmla="*/ 4464591 w 7894208"/>
              <a:gd name="connsiteY0" fmla="*/ 4611902 h 6782408"/>
              <a:gd name="connsiteX1" fmla="*/ 4291300 w 7894208"/>
              <a:gd name="connsiteY1" fmla="*/ 4685351 h 6782408"/>
              <a:gd name="connsiteX2" fmla="*/ 3601967 w 7894208"/>
              <a:gd name="connsiteY2" fmla="*/ 5570828 h 6782408"/>
              <a:gd name="connsiteX3" fmla="*/ 3667582 w 7894208"/>
              <a:gd name="connsiteY3" fmla="*/ 5722700 h 6782408"/>
              <a:gd name="connsiteX4" fmla="*/ 4161651 w 7894208"/>
              <a:gd name="connsiteY4" fmla="*/ 6201158 h 6782408"/>
              <a:gd name="connsiteX5" fmla="*/ 4428257 w 7894208"/>
              <a:gd name="connsiteY5" fmla="*/ 6156402 h 6782408"/>
              <a:gd name="connsiteX6" fmla="*/ 5131498 w 7894208"/>
              <a:gd name="connsiteY6" fmla="*/ 5347416 h 6782408"/>
              <a:gd name="connsiteX7" fmla="*/ 5124985 w 7894208"/>
              <a:gd name="connsiteY7" fmla="*/ 5108622 h 6782408"/>
              <a:gd name="connsiteX8" fmla="*/ 4599628 w 7894208"/>
              <a:gd name="connsiteY8" fmla="*/ 4644073 h 6782408"/>
              <a:gd name="connsiteX9" fmla="*/ 4530005 w 7894208"/>
              <a:gd name="connsiteY9" fmla="*/ 4614207 h 6782408"/>
              <a:gd name="connsiteX10" fmla="*/ 4464591 w 7894208"/>
              <a:gd name="connsiteY10" fmla="*/ 4611902 h 6782408"/>
              <a:gd name="connsiteX11" fmla="*/ 6332833 w 7894208"/>
              <a:gd name="connsiteY11" fmla="*/ 2111181 h 6782408"/>
              <a:gd name="connsiteX12" fmla="*/ 6187065 w 7894208"/>
              <a:gd name="connsiteY12" fmla="*/ 2718191 h 6782408"/>
              <a:gd name="connsiteX13" fmla="*/ 5338653 w 7894208"/>
              <a:gd name="connsiteY13" fmla="*/ 4320751 h 6782408"/>
              <a:gd name="connsiteX14" fmla="*/ 5013697 w 7894208"/>
              <a:gd name="connsiteY14" fmla="*/ 4706124 h 6782408"/>
              <a:gd name="connsiteX15" fmla="*/ 5302045 w 7894208"/>
              <a:gd name="connsiteY15" fmla="*/ 5040283 h 6782408"/>
              <a:gd name="connsiteX16" fmla="*/ 5658230 w 7894208"/>
              <a:gd name="connsiteY16" fmla="*/ 4915586 h 6782408"/>
              <a:gd name="connsiteX17" fmla="*/ 6944892 w 7894208"/>
              <a:gd name="connsiteY17" fmla="*/ 2609754 h 6782408"/>
              <a:gd name="connsiteX18" fmla="*/ 6947374 w 7894208"/>
              <a:gd name="connsiteY18" fmla="*/ 2289182 h 6782408"/>
              <a:gd name="connsiteX19" fmla="*/ 6332833 w 7894208"/>
              <a:gd name="connsiteY19" fmla="*/ 2111181 h 6782408"/>
              <a:gd name="connsiteX20" fmla="*/ 6520066 w 7894208"/>
              <a:gd name="connsiteY20" fmla="*/ 313352 h 6782408"/>
              <a:gd name="connsiteX21" fmla="*/ 6243761 w 7894208"/>
              <a:gd name="connsiteY21" fmla="*/ 416691 h 6782408"/>
              <a:gd name="connsiteX22" fmla="*/ 5844369 w 7894208"/>
              <a:gd name="connsiteY22" fmla="*/ 1413270 h 6782408"/>
              <a:gd name="connsiteX23" fmla="*/ 5984612 w 7894208"/>
              <a:gd name="connsiteY23" fmla="*/ 1678826 h 6782408"/>
              <a:gd name="connsiteX24" fmla="*/ 6566188 w 7894208"/>
              <a:gd name="connsiteY24" fmla="*/ 1979932 h 6782408"/>
              <a:gd name="connsiteX25" fmla="*/ 6907477 w 7894208"/>
              <a:gd name="connsiteY25" fmla="*/ 1828471 h 6782408"/>
              <a:gd name="connsiteX26" fmla="*/ 7253577 w 7894208"/>
              <a:gd name="connsiteY26" fmla="*/ 831892 h 6782408"/>
              <a:gd name="connsiteX27" fmla="*/ 7124553 w 7894208"/>
              <a:gd name="connsiteY27" fmla="*/ 541091 h 6782408"/>
              <a:gd name="connsiteX28" fmla="*/ 6596272 w 7894208"/>
              <a:gd name="connsiteY28" fmla="*/ 321325 h 6782408"/>
              <a:gd name="connsiteX29" fmla="*/ 6520066 w 7894208"/>
              <a:gd name="connsiteY29" fmla="*/ 313352 h 6782408"/>
              <a:gd name="connsiteX30" fmla="*/ 6374994 w 7894208"/>
              <a:gd name="connsiteY30" fmla="*/ 233 h 6782408"/>
              <a:gd name="connsiteX31" fmla="*/ 6538295 w 7894208"/>
              <a:gd name="connsiteY31" fmla="*/ 27812 h 6782408"/>
              <a:gd name="connsiteX32" fmla="*/ 7222867 w 7894208"/>
              <a:gd name="connsiteY32" fmla="*/ 290595 h 6782408"/>
              <a:gd name="connsiteX33" fmla="*/ 7233287 w 7894208"/>
              <a:gd name="connsiteY33" fmla="*/ 293434 h 6782408"/>
              <a:gd name="connsiteX34" fmla="*/ 7400350 w 7894208"/>
              <a:gd name="connsiteY34" fmla="*/ 357564 h 6782408"/>
              <a:gd name="connsiteX35" fmla="*/ 7842900 w 7894208"/>
              <a:gd name="connsiteY35" fmla="*/ 1351547 h 6782408"/>
              <a:gd name="connsiteX36" fmla="*/ 7799627 w 7894208"/>
              <a:gd name="connsiteY36" fmla="*/ 1464277 h 6782408"/>
              <a:gd name="connsiteX37" fmla="*/ 5350131 w 7894208"/>
              <a:gd name="connsiteY37" fmla="*/ 6310961 h 6782408"/>
              <a:gd name="connsiteX38" fmla="*/ 5161802 w 7894208"/>
              <a:gd name="connsiteY38" fmla="*/ 6527608 h 6782408"/>
              <a:gd name="connsiteX39" fmla="*/ 4116718 w 7894208"/>
              <a:gd name="connsiteY39" fmla="*/ 6600688 h 6782408"/>
              <a:gd name="connsiteX40" fmla="*/ 4048745 w 7894208"/>
              <a:gd name="connsiteY40" fmla="*/ 6541600 h 6782408"/>
              <a:gd name="connsiteX41" fmla="*/ 4041030 w 7894208"/>
              <a:gd name="connsiteY41" fmla="*/ 6538205 h 6782408"/>
              <a:gd name="connsiteX42" fmla="*/ 3972037 w 7894208"/>
              <a:gd name="connsiteY42" fmla="*/ 6489457 h 6782408"/>
              <a:gd name="connsiteX43" fmla="*/ 3395983 w 7894208"/>
              <a:gd name="connsiteY43" fmla="*/ 5888316 h 6782408"/>
              <a:gd name="connsiteX44" fmla="*/ 3355211 w 7894208"/>
              <a:gd name="connsiteY44" fmla="*/ 5363299 h 6782408"/>
              <a:gd name="connsiteX45" fmla="*/ 3384846 w 7894208"/>
              <a:gd name="connsiteY45" fmla="*/ 5322090 h 6782408"/>
              <a:gd name="connsiteX46" fmla="*/ 3304712 w 7894208"/>
              <a:gd name="connsiteY46" fmla="*/ 5342069 h 6782408"/>
              <a:gd name="connsiteX47" fmla="*/ 3081962 w 7894208"/>
              <a:gd name="connsiteY47" fmla="*/ 5140225 h 6782408"/>
              <a:gd name="connsiteX48" fmla="*/ 3212388 w 7894208"/>
              <a:gd name="connsiteY48" fmla="*/ 4691368 h 6782408"/>
              <a:gd name="connsiteX49" fmla="*/ 2666206 w 7894208"/>
              <a:gd name="connsiteY49" fmla="*/ 4827474 h 6782408"/>
              <a:gd name="connsiteX50" fmla="*/ 2469077 w 7894208"/>
              <a:gd name="connsiteY50" fmla="*/ 4623616 h 6782408"/>
              <a:gd name="connsiteX51" fmla="*/ 2608253 w 7894208"/>
              <a:gd name="connsiteY51" fmla="*/ 4138250 h 6782408"/>
              <a:gd name="connsiteX52" fmla="*/ 2068473 w 7894208"/>
              <a:gd name="connsiteY52" fmla="*/ 4272832 h 6782408"/>
              <a:gd name="connsiteX53" fmla="*/ 1849098 w 7894208"/>
              <a:gd name="connsiteY53" fmla="*/ 4065430 h 6782408"/>
              <a:gd name="connsiteX54" fmla="*/ 1990192 w 7894208"/>
              <a:gd name="connsiteY54" fmla="*/ 3573375 h 6782408"/>
              <a:gd name="connsiteX55" fmla="*/ 1467773 w 7894208"/>
              <a:gd name="connsiteY55" fmla="*/ 3703629 h 6782408"/>
              <a:gd name="connsiteX56" fmla="*/ 1232215 w 7894208"/>
              <a:gd name="connsiteY56" fmla="*/ 3521012 h 6782408"/>
              <a:gd name="connsiteX57" fmla="*/ 1372669 w 7894208"/>
              <a:gd name="connsiteY57" fmla="*/ 3031191 h 6782408"/>
              <a:gd name="connsiteX58" fmla="*/ 837120 w 7894208"/>
              <a:gd name="connsiteY58" fmla="*/ 3164719 h 6782408"/>
              <a:gd name="connsiteX59" fmla="*/ 603974 w 7894208"/>
              <a:gd name="connsiteY59" fmla="*/ 2987611 h 6782408"/>
              <a:gd name="connsiteX60" fmla="*/ 745068 w 7894208"/>
              <a:gd name="connsiteY60" fmla="*/ 2495556 h 6782408"/>
              <a:gd name="connsiteX61" fmla="*/ 222648 w 7894208"/>
              <a:gd name="connsiteY61" fmla="*/ 2625811 h 6782408"/>
              <a:gd name="connsiteX62" fmla="*/ 3611 w 7894208"/>
              <a:gd name="connsiteY62" fmla="*/ 2438435 h 6782408"/>
              <a:gd name="connsiteX63" fmla="*/ 211320 w 7894208"/>
              <a:gd name="connsiteY63" fmla="*/ 1714071 h 6782408"/>
              <a:gd name="connsiteX64" fmla="*/ 371869 w 7894208"/>
              <a:gd name="connsiteY64" fmla="*/ 1577939 h 6782408"/>
              <a:gd name="connsiteX65" fmla="*/ 401212 w 7894208"/>
              <a:gd name="connsiteY65" fmla="*/ 1582575 h 6782408"/>
              <a:gd name="connsiteX66" fmla="*/ 492568 w 7894208"/>
              <a:gd name="connsiteY66" fmla="*/ 1794718 h 6782408"/>
              <a:gd name="connsiteX67" fmla="*/ 349813 w 7894208"/>
              <a:gd name="connsiteY67" fmla="*/ 2292565 h 6782408"/>
              <a:gd name="connsiteX68" fmla="*/ 881227 w 7894208"/>
              <a:gd name="connsiteY68" fmla="*/ 2160069 h 6782408"/>
              <a:gd name="connsiteX69" fmla="*/ 1092932 w 7894208"/>
              <a:gd name="connsiteY69" fmla="*/ 2343895 h 6782408"/>
              <a:gd name="connsiteX70" fmla="*/ 952261 w 7894208"/>
              <a:gd name="connsiteY70" fmla="*/ 2834471 h 6782408"/>
              <a:gd name="connsiteX71" fmla="*/ 1497509 w 7894208"/>
              <a:gd name="connsiteY71" fmla="*/ 2698526 h 6782408"/>
              <a:gd name="connsiteX72" fmla="*/ 1721173 w 7894208"/>
              <a:gd name="connsiteY72" fmla="*/ 2877295 h 6782408"/>
              <a:gd name="connsiteX73" fmla="*/ 1578614 w 7894208"/>
              <a:gd name="connsiteY73" fmla="*/ 3374454 h 6782408"/>
              <a:gd name="connsiteX74" fmla="*/ 2126351 w 7894208"/>
              <a:gd name="connsiteY74" fmla="*/ 3237887 h 6782408"/>
              <a:gd name="connsiteX75" fmla="*/ 2338055 w 7894208"/>
              <a:gd name="connsiteY75" fmla="*/ 3421712 h 6782408"/>
              <a:gd name="connsiteX76" fmla="*/ 2189088 w 7894208"/>
              <a:gd name="connsiteY76" fmla="*/ 3941220 h 6782408"/>
              <a:gd name="connsiteX77" fmla="*/ 2728862 w 7894208"/>
              <a:gd name="connsiteY77" fmla="*/ 3806639 h 6782408"/>
              <a:gd name="connsiteX78" fmla="*/ 2958034 w 7894208"/>
              <a:gd name="connsiteY78" fmla="*/ 3979901 h 6782408"/>
              <a:gd name="connsiteX79" fmla="*/ 2811855 w 7894208"/>
              <a:gd name="connsiteY79" fmla="*/ 4489691 h 6782408"/>
              <a:gd name="connsiteX80" fmla="*/ 3344070 w 7894208"/>
              <a:gd name="connsiteY80" fmla="*/ 4356994 h 6782408"/>
              <a:gd name="connsiteX81" fmla="*/ 3485975 w 7894208"/>
              <a:gd name="connsiteY81" fmla="*/ 4346398 h 6782408"/>
              <a:gd name="connsiteX82" fmla="*/ 3555262 w 7894208"/>
              <a:gd name="connsiteY82" fmla="*/ 4401658 h 6782408"/>
              <a:gd name="connsiteX83" fmla="*/ 3572223 w 7894208"/>
              <a:gd name="connsiteY83" fmla="*/ 4450879 h 6782408"/>
              <a:gd name="connsiteX84" fmla="*/ 3562049 w 7894208"/>
              <a:gd name="connsiteY84" fmla="*/ 4531183 h 6782408"/>
              <a:gd name="connsiteX85" fmla="*/ 3561611 w 7894208"/>
              <a:gd name="connsiteY85" fmla="*/ 4534960 h 6782408"/>
              <a:gd name="connsiteX86" fmla="*/ 3425260 w 7894208"/>
              <a:gd name="connsiteY86" fmla="*/ 5010473 h 6782408"/>
              <a:gd name="connsiteX87" fmla="*/ 3644858 w 7894208"/>
              <a:gd name="connsiteY87" fmla="*/ 4955721 h 6782408"/>
              <a:gd name="connsiteX88" fmla="*/ 3663496 w 7894208"/>
              <a:gd name="connsiteY88" fmla="*/ 4929137 h 6782408"/>
              <a:gd name="connsiteX89" fmla="*/ 3996782 w 7894208"/>
              <a:gd name="connsiteY89" fmla="*/ 4503904 h 6782408"/>
              <a:gd name="connsiteX90" fmla="*/ 4590867 w 7894208"/>
              <a:gd name="connsiteY90" fmla="*/ 4451330 h 6782408"/>
              <a:gd name="connsiteX91" fmla="*/ 4818827 w 7894208"/>
              <a:gd name="connsiteY91" fmla="*/ 4495169 h 6782408"/>
              <a:gd name="connsiteX92" fmla="*/ 5548450 w 7894208"/>
              <a:gd name="connsiteY92" fmla="*/ 3317414 h 6782408"/>
              <a:gd name="connsiteX93" fmla="*/ 6071290 w 7894208"/>
              <a:gd name="connsiteY93" fmla="*/ 2146115 h 6782408"/>
              <a:gd name="connsiteX94" fmla="*/ 5837453 w 7894208"/>
              <a:gd name="connsiteY94" fmla="*/ 1865215 h 6782408"/>
              <a:gd name="connsiteX95" fmla="*/ 5580412 w 7894208"/>
              <a:gd name="connsiteY95" fmla="*/ 1369260 h 6782408"/>
              <a:gd name="connsiteX96" fmla="*/ 5999478 w 7894208"/>
              <a:gd name="connsiteY96" fmla="*/ 267708 h 6782408"/>
              <a:gd name="connsiteX97" fmla="*/ 6374994 w 7894208"/>
              <a:gd name="connsiteY97" fmla="*/ 233 h 6782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7894208" h="6782408">
                <a:moveTo>
                  <a:pt x="4464591" y="4611902"/>
                </a:moveTo>
                <a:cubicBezTo>
                  <a:pt x="4396834" y="4617373"/>
                  <a:pt x="4326300" y="4645088"/>
                  <a:pt x="4291300" y="4685351"/>
                </a:cubicBezTo>
                <a:cubicBezTo>
                  <a:pt x="4109377" y="4888485"/>
                  <a:pt x="3573802" y="5321449"/>
                  <a:pt x="3601967" y="5570828"/>
                </a:cubicBezTo>
                <a:cubicBezTo>
                  <a:pt x="3637094" y="5670222"/>
                  <a:pt x="3634248" y="5660477"/>
                  <a:pt x="3667582" y="5722700"/>
                </a:cubicBezTo>
                <a:cubicBezTo>
                  <a:pt x="3832272" y="5955198"/>
                  <a:pt x="3882228" y="6045149"/>
                  <a:pt x="4161651" y="6201158"/>
                </a:cubicBezTo>
                <a:cubicBezTo>
                  <a:pt x="4233230" y="6263380"/>
                  <a:pt x="4366034" y="6227981"/>
                  <a:pt x="4428257" y="6156402"/>
                </a:cubicBezTo>
                <a:cubicBezTo>
                  <a:pt x="4534029" y="6071010"/>
                  <a:pt x="4897084" y="5617078"/>
                  <a:pt x="5131498" y="5347416"/>
                </a:cubicBezTo>
                <a:cubicBezTo>
                  <a:pt x="5165906" y="5293220"/>
                  <a:pt x="5158320" y="5188229"/>
                  <a:pt x="5124985" y="5108622"/>
                </a:cubicBezTo>
                <a:cubicBezTo>
                  <a:pt x="4949866" y="4895826"/>
                  <a:pt x="4830378" y="4794285"/>
                  <a:pt x="4599628" y="4644073"/>
                </a:cubicBezTo>
                <a:cubicBezTo>
                  <a:pt x="4581733" y="4628517"/>
                  <a:pt x="4557404" y="4618845"/>
                  <a:pt x="4530005" y="4614207"/>
                </a:cubicBezTo>
                <a:cubicBezTo>
                  <a:pt x="4509455" y="4610727"/>
                  <a:pt x="4487177" y="4610079"/>
                  <a:pt x="4464591" y="4611902"/>
                </a:cubicBezTo>
                <a:close/>
                <a:moveTo>
                  <a:pt x="6332833" y="2111181"/>
                </a:moveTo>
                <a:cubicBezTo>
                  <a:pt x="6295144" y="2235574"/>
                  <a:pt x="6359786" y="2383112"/>
                  <a:pt x="6187065" y="2718191"/>
                </a:cubicBezTo>
                <a:cubicBezTo>
                  <a:pt x="6034985" y="3073883"/>
                  <a:pt x="5757315" y="3524372"/>
                  <a:pt x="5338653" y="4320751"/>
                </a:cubicBezTo>
                <a:cubicBezTo>
                  <a:pt x="5303345" y="4378695"/>
                  <a:pt x="5234517" y="4523355"/>
                  <a:pt x="5013697" y="4706124"/>
                </a:cubicBezTo>
                <a:cubicBezTo>
                  <a:pt x="5089429" y="4849543"/>
                  <a:pt x="5165159" y="4917246"/>
                  <a:pt x="5302045" y="5040283"/>
                </a:cubicBezTo>
                <a:cubicBezTo>
                  <a:pt x="5567588" y="5077875"/>
                  <a:pt x="5592929" y="4977928"/>
                  <a:pt x="5658230" y="4915586"/>
                </a:cubicBezTo>
                <a:cubicBezTo>
                  <a:pt x="6033127" y="4332395"/>
                  <a:pt x="6162447" y="4055447"/>
                  <a:pt x="6944892" y="2609754"/>
                </a:cubicBezTo>
                <a:cubicBezTo>
                  <a:pt x="6957366" y="2543666"/>
                  <a:pt x="6966930" y="2480491"/>
                  <a:pt x="6947374" y="2289182"/>
                </a:cubicBezTo>
                <a:cubicBezTo>
                  <a:pt x="6952118" y="2154731"/>
                  <a:pt x="6597266" y="2353482"/>
                  <a:pt x="6332833" y="2111181"/>
                </a:cubicBezTo>
                <a:close/>
                <a:moveTo>
                  <a:pt x="6520066" y="313352"/>
                </a:moveTo>
                <a:cubicBezTo>
                  <a:pt x="6437254" y="313791"/>
                  <a:pt x="6337252" y="341660"/>
                  <a:pt x="6243761" y="416691"/>
                </a:cubicBezTo>
                <a:cubicBezTo>
                  <a:pt x="6145226" y="638557"/>
                  <a:pt x="5886809" y="1112866"/>
                  <a:pt x="5844369" y="1413270"/>
                </a:cubicBezTo>
                <a:cubicBezTo>
                  <a:pt x="5843130" y="1530141"/>
                  <a:pt x="5918231" y="1641123"/>
                  <a:pt x="5984612" y="1678826"/>
                </a:cubicBezTo>
                <a:cubicBezTo>
                  <a:pt x="6142007" y="1787608"/>
                  <a:pt x="6265742" y="1859930"/>
                  <a:pt x="6566188" y="1979932"/>
                </a:cubicBezTo>
                <a:cubicBezTo>
                  <a:pt x="6683057" y="2028855"/>
                  <a:pt x="6855752" y="1959364"/>
                  <a:pt x="6907477" y="1828471"/>
                </a:cubicBezTo>
                <a:cubicBezTo>
                  <a:pt x="7022844" y="1496278"/>
                  <a:pt x="7141016" y="1189329"/>
                  <a:pt x="7253577" y="831892"/>
                </a:cubicBezTo>
                <a:cubicBezTo>
                  <a:pt x="7291279" y="743071"/>
                  <a:pt x="7213374" y="578793"/>
                  <a:pt x="7124553" y="541091"/>
                </a:cubicBezTo>
                <a:cubicBezTo>
                  <a:pt x="6955003" y="450072"/>
                  <a:pt x="6791066" y="373077"/>
                  <a:pt x="6596272" y="321325"/>
                </a:cubicBezTo>
                <a:cubicBezTo>
                  <a:pt x="6573365" y="316107"/>
                  <a:pt x="6547671" y="313205"/>
                  <a:pt x="6520066" y="313352"/>
                </a:cubicBezTo>
                <a:close/>
                <a:moveTo>
                  <a:pt x="6374994" y="233"/>
                </a:moveTo>
                <a:cubicBezTo>
                  <a:pt x="6429140" y="-1587"/>
                  <a:pt x="6484536" y="7176"/>
                  <a:pt x="6538295" y="27812"/>
                </a:cubicBezTo>
                <a:lnTo>
                  <a:pt x="7222867" y="290595"/>
                </a:lnTo>
                <a:lnTo>
                  <a:pt x="7233287" y="293434"/>
                </a:lnTo>
                <a:lnTo>
                  <a:pt x="7400350" y="357564"/>
                </a:lnTo>
                <a:cubicBezTo>
                  <a:pt x="7797038" y="509838"/>
                  <a:pt x="7995174" y="954859"/>
                  <a:pt x="7842900" y="1351547"/>
                </a:cubicBezTo>
                <a:lnTo>
                  <a:pt x="7799627" y="1464277"/>
                </a:lnTo>
                <a:cubicBezTo>
                  <a:pt x="7394790" y="2868541"/>
                  <a:pt x="6050052" y="5274642"/>
                  <a:pt x="5350131" y="6310961"/>
                </a:cubicBezTo>
                <a:lnTo>
                  <a:pt x="5161802" y="6527608"/>
                </a:lnTo>
                <a:cubicBezTo>
                  <a:pt x="4893390" y="6836381"/>
                  <a:pt x="4425490" y="6869100"/>
                  <a:pt x="4116718" y="6600688"/>
                </a:cubicBezTo>
                <a:lnTo>
                  <a:pt x="4048745" y="6541600"/>
                </a:lnTo>
                <a:lnTo>
                  <a:pt x="4041030" y="6538205"/>
                </a:lnTo>
                <a:cubicBezTo>
                  <a:pt x="4016896" y="6524586"/>
                  <a:pt x="3993766" y="6508346"/>
                  <a:pt x="3972037" y="6489457"/>
                </a:cubicBezTo>
                <a:cubicBezTo>
                  <a:pt x="3780019" y="6289076"/>
                  <a:pt x="3607050" y="6193471"/>
                  <a:pt x="3395983" y="5888316"/>
                </a:cubicBezTo>
                <a:cubicBezTo>
                  <a:pt x="3348354" y="5806259"/>
                  <a:pt x="3223148" y="5551424"/>
                  <a:pt x="3355211" y="5363299"/>
                </a:cubicBezTo>
                <a:lnTo>
                  <a:pt x="3384846" y="5322090"/>
                </a:lnTo>
                <a:lnTo>
                  <a:pt x="3304712" y="5342069"/>
                </a:lnTo>
                <a:cubicBezTo>
                  <a:pt x="3079480" y="5395451"/>
                  <a:pt x="3053122" y="5254374"/>
                  <a:pt x="3081962" y="5140225"/>
                </a:cubicBezTo>
                <a:lnTo>
                  <a:pt x="3212388" y="4691368"/>
                </a:lnTo>
                <a:lnTo>
                  <a:pt x="2666206" y="4827474"/>
                </a:lnTo>
                <a:cubicBezTo>
                  <a:pt x="2572196" y="4834315"/>
                  <a:pt x="2426335" y="4813595"/>
                  <a:pt x="2469077" y="4623616"/>
                </a:cubicBezTo>
                <a:lnTo>
                  <a:pt x="2608253" y="4138250"/>
                </a:lnTo>
                <a:lnTo>
                  <a:pt x="2068473" y="4272832"/>
                </a:lnTo>
                <a:cubicBezTo>
                  <a:pt x="1935086" y="4324221"/>
                  <a:pt x="1817422" y="4228887"/>
                  <a:pt x="1849098" y="4065430"/>
                </a:cubicBezTo>
                <a:lnTo>
                  <a:pt x="1990192" y="3573375"/>
                </a:lnTo>
                <a:lnTo>
                  <a:pt x="1467773" y="3703629"/>
                </a:lnTo>
                <a:cubicBezTo>
                  <a:pt x="1263491" y="3758039"/>
                  <a:pt x="1221652" y="3629048"/>
                  <a:pt x="1232215" y="3521012"/>
                </a:cubicBezTo>
                <a:lnTo>
                  <a:pt x="1372669" y="3031191"/>
                </a:lnTo>
                <a:lnTo>
                  <a:pt x="837120" y="3164719"/>
                </a:lnTo>
                <a:cubicBezTo>
                  <a:pt x="712244" y="3210485"/>
                  <a:pt x="592607" y="3169790"/>
                  <a:pt x="603974" y="2987611"/>
                </a:cubicBezTo>
                <a:lnTo>
                  <a:pt x="745068" y="2495556"/>
                </a:lnTo>
                <a:lnTo>
                  <a:pt x="222648" y="2625811"/>
                </a:lnTo>
                <a:cubicBezTo>
                  <a:pt x="55315" y="2668155"/>
                  <a:pt x="-17700" y="2574255"/>
                  <a:pt x="3611" y="2438435"/>
                </a:cubicBezTo>
                <a:lnTo>
                  <a:pt x="211320" y="1714071"/>
                </a:lnTo>
                <a:cubicBezTo>
                  <a:pt x="235126" y="1631047"/>
                  <a:pt x="303194" y="1575587"/>
                  <a:pt x="371869" y="1577939"/>
                </a:cubicBezTo>
                <a:cubicBezTo>
                  <a:pt x="381680" y="1578275"/>
                  <a:pt x="391505" y="1579790"/>
                  <a:pt x="401212" y="1582575"/>
                </a:cubicBezTo>
                <a:cubicBezTo>
                  <a:pt x="478881" y="1604846"/>
                  <a:pt x="519776" y="1699834"/>
                  <a:pt x="492568" y="1794718"/>
                </a:cubicBezTo>
                <a:lnTo>
                  <a:pt x="349813" y="2292565"/>
                </a:lnTo>
                <a:lnTo>
                  <a:pt x="881227" y="2160069"/>
                </a:lnTo>
                <a:cubicBezTo>
                  <a:pt x="1161400" y="2121782"/>
                  <a:pt x="1111444" y="2306200"/>
                  <a:pt x="1092932" y="2343895"/>
                </a:cubicBezTo>
                <a:lnTo>
                  <a:pt x="952261" y="2834471"/>
                </a:lnTo>
                <a:lnTo>
                  <a:pt x="1497509" y="2698526"/>
                </a:lnTo>
                <a:cubicBezTo>
                  <a:pt x="1734507" y="2679514"/>
                  <a:pt x="1733079" y="2833426"/>
                  <a:pt x="1721173" y="2877295"/>
                </a:cubicBezTo>
                <a:lnTo>
                  <a:pt x="1578614" y="3374454"/>
                </a:lnTo>
                <a:lnTo>
                  <a:pt x="2126351" y="3237887"/>
                </a:lnTo>
                <a:cubicBezTo>
                  <a:pt x="2343642" y="3223182"/>
                  <a:pt x="2351330" y="3365678"/>
                  <a:pt x="2338055" y="3421712"/>
                </a:cubicBezTo>
                <a:lnTo>
                  <a:pt x="2189088" y="3941220"/>
                </a:lnTo>
                <a:lnTo>
                  <a:pt x="2728862" y="3806639"/>
                </a:lnTo>
                <a:cubicBezTo>
                  <a:pt x="2999139" y="3780553"/>
                  <a:pt x="2957625" y="3919527"/>
                  <a:pt x="2958034" y="3979901"/>
                </a:cubicBezTo>
                <a:lnTo>
                  <a:pt x="2811855" y="4489691"/>
                </a:lnTo>
                <a:lnTo>
                  <a:pt x="3344070" y="4356994"/>
                </a:lnTo>
                <a:lnTo>
                  <a:pt x="3485975" y="4346398"/>
                </a:lnTo>
                <a:cubicBezTo>
                  <a:pt x="3524809" y="4357533"/>
                  <a:pt x="3538730" y="4363265"/>
                  <a:pt x="3555262" y="4401658"/>
                </a:cubicBezTo>
                <a:cubicBezTo>
                  <a:pt x="3569635" y="4419071"/>
                  <a:pt x="3569372" y="4432900"/>
                  <a:pt x="3572223" y="4450879"/>
                </a:cubicBezTo>
                <a:cubicBezTo>
                  <a:pt x="3573354" y="4472466"/>
                  <a:pt x="3563818" y="4517170"/>
                  <a:pt x="3562049" y="4531183"/>
                </a:cubicBezTo>
                <a:lnTo>
                  <a:pt x="3561611" y="4534960"/>
                </a:lnTo>
                <a:lnTo>
                  <a:pt x="3425260" y="5010473"/>
                </a:lnTo>
                <a:lnTo>
                  <a:pt x="3644858" y="4955721"/>
                </a:lnTo>
                <a:lnTo>
                  <a:pt x="3663496" y="4929137"/>
                </a:lnTo>
                <a:cubicBezTo>
                  <a:pt x="3766257" y="4784416"/>
                  <a:pt x="3873185" y="4641184"/>
                  <a:pt x="3996782" y="4503904"/>
                </a:cubicBezTo>
                <a:cubicBezTo>
                  <a:pt x="4147894" y="4330068"/>
                  <a:pt x="4417032" y="4300218"/>
                  <a:pt x="4590867" y="4451330"/>
                </a:cubicBezTo>
                <a:cubicBezTo>
                  <a:pt x="4737338" y="4507853"/>
                  <a:pt x="4792371" y="4510083"/>
                  <a:pt x="4818827" y="4495169"/>
                </a:cubicBezTo>
                <a:cubicBezTo>
                  <a:pt x="5044146" y="4482396"/>
                  <a:pt x="5339706" y="3708923"/>
                  <a:pt x="5548450" y="3317414"/>
                </a:cubicBezTo>
                <a:cubicBezTo>
                  <a:pt x="5757194" y="2925905"/>
                  <a:pt x="6031696" y="2392910"/>
                  <a:pt x="6071290" y="2146115"/>
                </a:cubicBezTo>
                <a:cubicBezTo>
                  <a:pt x="6110502" y="2098201"/>
                  <a:pt x="5915399" y="1958848"/>
                  <a:pt x="5837453" y="1865215"/>
                </a:cubicBezTo>
                <a:cubicBezTo>
                  <a:pt x="5559553" y="1602649"/>
                  <a:pt x="5586451" y="1469995"/>
                  <a:pt x="5580412" y="1369260"/>
                </a:cubicBezTo>
                <a:lnTo>
                  <a:pt x="5999478" y="267708"/>
                </a:lnTo>
                <a:cubicBezTo>
                  <a:pt x="6061387" y="106432"/>
                  <a:pt x="6212559" y="5698"/>
                  <a:pt x="6374994" y="233"/>
                </a:cubicBezTo>
                <a:close/>
              </a:path>
            </a:pathLst>
          </a:custGeom>
          <a:solidFill>
            <a:srgbClr val="F1E2FE"/>
          </a:solidFill>
          <a:ln>
            <a:noFill/>
          </a:ln>
          <a:effectLst>
            <a:outerShdw blurRad="127000" sx="98000" sy="98000" algn="ctr" rotWithShape="0">
              <a:prstClr val="black">
                <a:alpha val="67000"/>
              </a:prstClr>
            </a:outerShdw>
          </a:effectLst>
          <a:scene3d>
            <a:camera prst="orthographicFront"/>
            <a:lightRig rig="threePt" dir="t"/>
          </a:scene3d>
          <a:sp3d>
            <a:bevelT w="3175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  <a:sp3d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62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F282DA-B02D-EB94-18F2-26225AFC4FEC}"/>
              </a:ext>
            </a:extLst>
          </p:cNvPr>
          <p:cNvSpPr/>
          <p:nvPr/>
        </p:nvSpPr>
        <p:spPr>
          <a:xfrm>
            <a:off x="923637" y="240145"/>
            <a:ext cx="10344727" cy="6336146"/>
          </a:xfrm>
          <a:prstGeom prst="ellipse">
            <a:avLst/>
          </a:prstGeom>
          <a:gradFill flip="none" rotWithShape="1">
            <a:gsLst>
              <a:gs pos="40000">
                <a:srgbClr val="5A0296"/>
              </a:gs>
              <a:gs pos="25000">
                <a:srgbClr val="650DAF"/>
              </a:gs>
              <a:gs pos="70000">
                <a:srgbClr val="040024"/>
              </a:gs>
            </a:gsLst>
            <a:path path="circle">
              <a:fillToRect l="50000" t="130000" r="50000" b="-30000"/>
            </a:path>
            <a:tileRect/>
          </a:gradFill>
          <a:ln w="508000">
            <a:noFill/>
          </a:ln>
          <a:effectLst>
            <a:innerShdw blurRad="8255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F8EECCA-FD4B-8DAE-487F-331956707B36}"/>
              </a:ext>
            </a:extLst>
          </p:cNvPr>
          <p:cNvSpPr/>
          <p:nvPr/>
        </p:nvSpPr>
        <p:spPr>
          <a:xfrm>
            <a:off x="923637" y="240145"/>
            <a:ext cx="10344727" cy="6336146"/>
          </a:xfrm>
          <a:prstGeom prst="ellipse">
            <a:avLst/>
          </a:prstGeom>
          <a:noFill/>
          <a:ln w="508000">
            <a:gradFill flip="none" rotWithShape="1">
              <a:gsLst>
                <a:gs pos="12500">
                  <a:schemeClr val="bg1">
                    <a:lumMod val="85000"/>
                  </a:schemeClr>
                </a:gs>
                <a:gs pos="0">
                  <a:schemeClr val="bg1">
                    <a:lumMod val="65000"/>
                  </a:schemeClr>
                </a:gs>
                <a:gs pos="80000">
                  <a:schemeClr val="bg1">
                    <a:lumMod val="95000"/>
                  </a:schemeClr>
                </a:gs>
                <a:gs pos="65000">
                  <a:schemeClr val="tx1">
                    <a:lumMod val="65000"/>
                    <a:lumOff val="35000"/>
                  </a:schemeClr>
                </a:gs>
                <a:gs pos="25000">
                  <a:schemeClr val="tx1">
                    <a:lumMod val="65000"/>
                    <a:lumOff val="3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1"/>
              <a:tileRect/>
            </a:gradFill>
          </a:ln>
          <a:scene3d>
            <a:camera prst="orthographicFront"/>
            <a:lightRig rig="threePt" dir="t"/>
          </a:scene3d>
          <a:sp3d>
            <a:bevelT w="254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F48542-6475-95FE-607E-19FEB7B9FB1F}"/>
              </a:ext>
            </a:extLst>
          </p:cNvPr>
          <p:cNvSpPr/>
          <p:nvPr/>
        </p:nvSpPr>
        <p:spPr>
          <a:xfrm>
            <a:off x="665019" y="0"/>
            <a:ext cx="10861963" cy="685800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4BB66B7-3301-C3FF-5671-F9295DB285E9}"/>
              </a:ext>
            </a:extLst>
          </p:cNvPr>
          <p:cNvGrpSpPr/>
          <p:nvPr/>
        </p:nvGrpSpPr>
        <p:grpSpPr>
          <a:xfrm>
            <a:off x="1695450" y="1009650"/>
            <a:ext cx="8801100" cy="4743450"/>
            <a:chOff x="1695450" y="1009650"/>
            <a:chExt cx="8801100" cy="4743450"/>
          </a:xfrm>
          <a:effectLst>
            <a:outerShdw blurRad="127000" sx="98000" sy="98000" algn="ctr" rotWithShape="0">
              <a:prstClr val="black">
                <a:alpha val="67000"/>
              </a:prstClr>
            </a:outerShdw>
          </a:effectLst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96273DD-1CD8-7630-DD0E-0D24BD7E0525}"/>
                </a:ext>
              </a:extLst>
            </p:cNvPr>
            <p:cNvSpPr/>
            <p:nvPr/>
          </p:nvSpPr>
          <p:spPr>
            <a:xfrm>
              <a:off x="1695450" y="1009650"/>
              <a:ext cx="3604030" cy="4399869"/>
            </a:xfrm>
            <a:custGeom>
              <a:avLst/>
              <a:gdLst>
                <a:gd name="connsiteX0" fmla="*/ 3149413 w 5458968"/>
                <a:gd name="connsiteY0" fmla="*/ 2496115 h 6193919"/>
                <a:gd name="connsiteX1" fmla="*/ 2931093 w 5458968"/>
                <a:gd name="connsiteY1" fmla="*/ 2496901 h 6193919"/>
                <a:gd name="connsiteX2" fmla="*/ 2857792 w 5458968"/>
                <a:gd name="connsiteY2" fmla="*/ 2508109 h 6193919"/>
                <a:gd name="connsiteX3" fmla="*/ 2729484 w 5458968"/>
                <a:gd name="connsiteY3" fmla="*/ 2514600 h 6193919"/>
                <a:gd name="connsiteX4" fmla="*/ 2601176 w 5458968"/>
                <a:gd name="connsiteY4" fmla="*/ 2508109 h 6193919"/>
                <a:gd name="connsiteX5" fmla="*/ 2537145 w 5458968"/>
                <a:gd name="connsiteY5" fmla="*/ 2498318 h 6193919"/>
                <a:gd name="connsiteX6" fmla="*/ 2275861 w 5458968"/>
                <a:gd name="connsiteY6" fmla="*/ 2499258 h 6193919"/>
                <a:gd name="connsiteX7" fmla="*/ 732791 w 5458968"/>
                <a:gd name="connsiteY7" fmla="*/ 3319390 h 6193919"/>
                <a:gd name="connsiteX8" fmla="*/ 494663 w 5458968"/>
                <a:gd name="connsiteY8" fmla="*/ 5772328 h 6193919"/>
                <a:gd name="connsiteX9" fmla="*/ 4964305 w 5458968"/>
                <a:gd name="connsiteY9" fmla="*/ 5772328 h 6193919"/>
                <a:gd name="connsiteX10" fmla="*/ 4723037 w 5458968"/>
                <a:gd name="connsiteY10" fmla="*/ 3291108 h 6193919"/>
                <a:gd name="connsiteX11" fmla="*/ 2729484 w 5458968"/>
                <a:gd name="connsiteY11" fmla="*/ 472653 h 6193919"/>
                <a:gd name="connsiteX12" fmla="*/ 1947218 w 5458968"/>
                <a:gd name="connsiteY12" fmla="*/ 1257300 h 6193919"/>
                <a:gd name="connsiteX13" fmla="*/ 2729484 w 5458968"/>
                <a:gd name="connsiteY13" fmla="*/ 2041947 h 6193919"/>
                <a:gd name="connsiteX14" fmla="*/ 3511750 w 5458968"/>
                <a:gd name="connsiteY14" fmla="*/ 1257300 h 6193919"/>
                <a:gd name="connsiteX15" fmla="*/ 2729484 w 5458968"/>
                <a:gd name="connsiteY15" fmla="*/ 472653 h 6193919"/>
                <a:gd name="connsiteX16" fmla="*/ 2729484 w 5458968"/>
                <a:gd name="connsiteY16" fmla="*/ 0 h 6193919"/>
                <a:gd name="connsiteX17" fmla="*/ 3984403 w 5458968"/>
                <a:gd name="connsiteY17" fmla="*/ 1257300 h 6193919"/>
                <a:gd name="connsiteX18" fmla="*/ 3616846 w 5458968"/>
                <a:gd name="connsiteY18" fmla="*/ 2146346 h 6193919"/>
                <a:gd name="connsiteX19" fmla="*/ 3540397 w 5458968"/>
                <a:gd name="connsiteY19" fmla="*/ 2215960 h 6193919"/>
                <a:gd name="connsiteX20" fmla="*/ 5164297 w 5458968"/>
                <a:gd name="connsiteY20" fmla="*/ 2959466 h 6193919"/>
                <a:gd name="connsiteX21" fmla="*/ 5458968 w 5458968"/>
                <a:gd name="connsiteY21" fmla="*/ 6193919 h 6193919"/>
                <a:gd name="connsiteX22" fmla="*/ 0 w 5458968"/>
                <a:gd name="connsiteY22" fmla="*/ 6193919 h 6193919"/>
                <a:gd name="connsiteX23" fmla="*/ 290836 w 5458968"/>
                <a:gd name="connsiteY23" fmla="*/ 2996334 h 6193919"/>
                <a:gd name="connsiteX24" fmla="*/ 1892306 w 5458968"/>
                <a:gd name="connsiteY24" fmla="*/ 2192042 h 6193919"/>
                <a:gd name="connsiteX25" fmla="*/ 1842122 w 5458968"/>
                <a:gd name="connsiteY25" fmla="*/ 2146346 h 6193919"/>
                <a:gd name="connsiteX26" fmla="*/ 1474565 w 5458968"/>
                <a:gd name="connsiteY26" fmla="*/ 1257300 h 6193919"/>
                <a:gd name="connsiteX27" fmla="*/ 2729484 w 5458968"/>
                <a:gd name="connsiteY27" fmla="*/ 0 h 6193919"/>
                <a:gd name="connsiteX0" fmla="*/ 3149413 w 5458968"/>
                <a:gd name="connsiteY0" fmla="*/ 2496115 h 6193919"/>
                <a:gd name="connsiteX1" fmla="*/ 2931093 w 5458968"/>
                <a:gd name="connsiteY1" fmla="*/ 2496901 h 6193919"/>
                <a:gd name="connsiteX2" fmla="*/ 2857792 w 5458968"/>
                <a:gd name="connsiteY2" fmla="*/ 2508109 h 6193919"/>
                <a:gd name="connsiteX3" fmla="*/ 2729484 w 5458968"/>
                <a:gd name="connsiteY3" fmla="*/ 2514600 h 6193919"/>
                <a:gd name="connsiteX4" fmla="*/ 2601176 w 5458968"/>
                <a:gd name="connsiteY4" fmla="*/ 2508109 h 6193919"/>
                <a:gd name="connsiteX5" fmla="*/ 2275861 w 5458968"/>
                <a:gd name="connsiteY5" fmla="*/ 2499258 h 6193919"/>
                <a:gd name="connsiteX6" fmla="*/ 732791 w 5458968"/>
                <a:gd name="connsiteY6" fmla="*/ 3319390 h 6193919"/>
                <a:gd name="connsiteX7" fmla="*/ 494663 w 5458968"/>
                <a:gd name="connsiteY7" fmla="*/ 5772328 h 6193919"/>
                <a:gd name="connsiteX8" fmla="*/ 4964305 w 5458968"/>
                <a:gd name="connsiteY8" fmla="*/ 5772328 h 6193919"/>
                <a:gd name="connsiteX9" fmla="*/ 4723037 w 5458968"/>
                <a:gd name="connsiteY9" fmla="*/ 3291108 h 6193919"/>
                <a:gd name="connsiteX10" fmla="*/ 3149413 w 5458968"/>
                <a:gd name="connsiteY10" fmla="*/ 2496115 h 6193919"/>
                <a:gd name="connsiteX11" fmla="*/ 2729484 w 5458968"/>
                <a:gd name="connsiteY11" fmla="*/ 472653 h 6193919"/>
                <a:gd name="connsiteX12" fmla="*/ 1947218 w 5458968"/>
                <a:gd name="connsiteY12" fmla="*/ 1257300 h 6193919"/>
                <a:gd name="connsiteX13" fmla="*/ 2729484 w 5458968"/>
                <a:gd name="connsiteY13" fmla="*/ 2041947 h 6193919"/>
                <a:gd name="connsiteX14" fmla="*/ 3511750 w 5458968"/>
                <a:gd name="connsiteY14" fmla="*/ 1257300 h 6193919"/>
                <a:gd name="connsiteX15" fmla="*/ 2729484 w 5458968"/>
                <a:gd name="connsiteY15" fmla="*/ 472653 h 6193919"/>
                <a:gd name="connsiteX16" fmla="*/ 2729484 w 5458968"/>
                <a:gd name="connsiteY16" fmla="*/ 0 h 6193919"/>
                <a:gd name="connsiteX17" fmla="*/ 3984403 w 5458968"/>
                <a:gd name="connsiteY17" fmla="*/ 1257300 h 6193919"/>
                <a:gd name="connsiteX18" fmla="*/ 3616846 w 5458968"/>
                <a:gd name="connsiteY18" fmla="*/ 2146346 h 6193919"/>
                <a:gd name="connsiteX19" fmla="*/ 3540397 w 5458968"/>
                <a:gd name="connsiteY19" fmla="*/ 2215960 h 6193919"/>
                <a:gd name="connsiteX20" fmla="*/ 5164297 w 5458968"/>
                <a:gd name="connsiteY20" fmla="*/ 2959466 h 6193919"/>
                <a:gd name="connsiteX21" fmla="*/ 5458968 w 5458968"/>
                <a:gd name="connsiteY21" fmla="*/ 6193919 h 6193919"/>
                <a:gd name="connsiteX22" fmla="*/ 0 w 5458968"/>
                <a:gd name="connsiteY22" fmla="*/ 6193919 h 6193919"/>
                <a:gd name="connsiteX23" fmla="*/ 290836 w 5458968"/>
                <a:gd name="connsiteY23" fmla="*/ 2996334 h 6193919"/>
                <a:gd name="connsiteX24" fmla="*/ 1892306 w 5458968"/>
                <a:gd name="connsiteY24" fmla="*/ 2192042 h 6193919"/>
                <a:gd name="connsiteX25" fmla="*/ 1842122 w 5458968"/>
                <a:gd name="connsiteY25" fmla="*/ 2146346 h 6193919"/>
                <a:gd name="connsiteX26" fmla="*/ 1474565 w 5458968"/>
                <a:gd name="connsiteY26" fmla="*/ 1257300 h 6193919"/>
                <a:gd name="connsiteX27" fmla="*/ 2729484 w 5458968"/>
                <a:gd name="connsiteY27" fmla="*/ 0 h 6193919"/>
                <a:gd name="connsiteX0" fmla="*/ 3149413 w 5458968"/>
                <a:gd name="connsiteY0" fmla="*/ 2496115 h 6193919"/>
                <a:gd name="connsiteX1" fmla="*/ 2931093 w 5458968"/>
                <a:gd name="connsiteY1" fmla="*/ 2496901 h 6193919"/>
                <a:gd name="connsiteX2" fmla="*/ 2857792 w 5458968"/>
                <a:gd name="connsiteY2" fmla="*/ 2508109 h 6193919"/>
                <a:gd name="connsiteX3" fmla="*/ 2729484 w 5458968"/>
                <a:gd name="connsiteY3" fmla="*/ 2514600 h 6193919"/>
                <a:gd name="connsiteX4" fmla="*/ 2275861 w 5458968"/>
                <a:gd name="connsiteY4" fmla="*/ 2499258 h 6193919"/>
                <a:gd name="connsiteX5" fmla="*/ 732791 w 5458968"/>
                <a:gd name="connsiteY5" fmla="*/ 3319390 h 6193919"/>
                <a:gd name="connsiteX6" fmla="*/ 494663 w 5458968"/>
                <a:gd name="connsiteY6" fmla="*/ 5772328 h 6193919"/>
                <a:gd name="connsiteX7" fmla="*/ 4964305 w 5458968"/>
                <a:gd name="connsiteY7" fmla="*/ 5772328 h 6193919"/>
                <a:gd name="connsiteX8" fmla="*/ 4723037 w 5458968"/>
                <a:gd name="connsiteY8" fmla="*/ 3291108 h 6193919"/>
                <a:gd name="connsiteX9" fmla="*/ 3149413 w 5458968"/>
                <a:gd name="connsiteY9" fmla="*/ 2496115 h 6193919"/>
                <a:gd name="connsiteX10" fmla="*/ 2729484 w 5458968"/>
                <a:gd name="connsiteY10" fmla="*/ 472653 h 6193919"/>
                <a:gd name="connsiteX11" fmla="*/ 1947218 w 5458968"/>
                <a:gd name="connsiteY11" fmla="*/ 1257300 h 6193919"/>
                <a:gd name="connsiteX12" fmla="*/ 2729484 w 5458968"/>
                <a:gd name="connsiteY12" fmla="*/ 2041947 h 6193919"/>
                <a:gd name="connsiteX13" fmla="*/ 3511750 w 5458968"/>
                <a:gd name="connsiteY13" fmla="*/ 1257300 h 6193919"/>
                <a:gd name="connsiteX14" fmla="*/ 2729484 w 5458968"/>
                <a:gd name="connsiteY14" fmla="*/ 472653 h 6193919"/>
                <a:gd name="connsiteX15" fmla="*/ 2729484 w 5458968"/>
                <a:gd name="connsiteY15" fmla="*/ 0 h 6193919"/>
                <a:gd name="connsiteX16" fmla="*/ 3984403 w 5458968"/>
                <a:gd name="connsiteY16" fmla="*/ 1257300 h 6193919"/>
                <a:gd name="connsiteX17" fmla="*/ 3616846 w 5458968"/>
                <a:gd name="connsiteY17" fmla="*/ 2146346 h 6193919"/>
                <a:gd name="connsiteX18" fmla="*/ 3540397 w 5458968"/>
                <a:gd name="connsiteY18" fmla="*/ 2215960 h 6193919"/>
                <a:gd name="connsiteX19" fmla="*/ 5164297 w 5458968"/>
                <a:gd name="connsiteY19" fmla="*/ 2959466 h 6193919"/>
                <a:gd name="connsiteX20" fmla="*/ 5458968 w 5458968"/>
                <a:gd name="connsiteY20" fmla="*/ 6193919 h 6193919"/>
                <a:gd name="connsiteX21" fmla="*/ 0 w 5458968"/>
                <a:gd name="connsiteY21" fmla="*/ 6193919 h 6193919"/>
                <a:gd name="connsiteX22" fmla="*/ 290836 w 5458968"/>
                <a:gd name="connsiteY22" fmla="*/ 2996334 h 6193919"/>
                <a:gd name="connsiteX23" fmla="*/ 1892306 w 5458968"/>
                <a:gd name="connsiteY23" fmla="*/ 2192042 h 6193919"/>
                <a:gd name="connsiteX24" fmla="*/ 1842122 w 5458968"/>
                <a:gd name="connsiteY24" fmla="*/ 2146346 h 6193919"/>
                <a:gd name="connsiteX25" fmla="*/ 1474565 w 5458968"/>
                <a:gd name="connsiteY25" fmla="*/ 1257300 h 6193919"/>
                <a:gd name="connsiteX26" fmla="*/ 2729484 w 5458968"/>
                <a:gd name="connsiteY26" fmla="*/ 0 h 6193919"/>
                <a:gd name="connsiteX0" fmla="*/ 3149413 w 5458968"/>
                <a:gd name="connsiteY0" fmla="*/ 2496115 h 6193919"/>
                <a:gd name="connsiteX1" fmla="*/ 2931093 w 5458968"/>
                <a:gd name="connsiteY1" fmla="*/ 2496901 h 6193919"/>
                <a:gd name="connsiteX2" fmla="*/ 2857792 w 5458968"/>
                <a:gd name="connsiteY2" fmla="*/ 2508109 h 6193919"/>
                <a:gd name="connsiteX3" fmla="*/ 2729484 w 5458968"/>
                <a:gd name="connsiteY3" fmla="*/ 2514600 h 6193919"/>
                <a:gd name="connsiteX4" fmla="*/ 2275861 w 5458968"/>
                <a:gd name="connsiteY4" fmla="*/ 2499258 h 6193919"/>
                <a:gd name="connsiteX5" fmla="*/ 732791 w 5458968"/>
                <a:gd name="connsiteY5" fmla="*/ 3319390 h 6193919"/>
                <a:gd name="connsiteX6" fmla="*/ 494663 w 5458968"/>
                <a:gd name="connsiteY6" fmla="*/ 5772328 h 6193919"/>
                <a:gd name="connsiteX7" fmla="*/ 4964305 w 5458968"/>
                <a:gd name="connsiteY7" fmla="*/ 5772328 h 6193919"/>
                <a:gd name="connsiteX8" fmla="*/ 4723037 w 5458968"/>
                <a:gd name="connsiteY8" fmla="*/ 3291108 h 6193919"/>
                <a:gd name="connsiteX9" fmla="*/ 3149413 w 5458968"/>
                <a:gd name="connsiteY9" fmla="*/ 2496115 h 6193919"/>
                <a:gd name="connsiteX10" fmla="*/ 2729484 w 5458968"/>
                <a:gd name="connsiteY10" fmla="*/ 472653 h 6193919"/>
                <a:gd name="connsiteX11" fmla="*/ 1947218 w 5458968"/>
                <a:gd name="connsiteY11" fmla="*/ 1257300 h 6193919"/>
                <a:gd name="connsiteX12" fmla="*/ 2729484 w 5458968"/>
                <a:gd name="connsiteY12" fmla="*/ 2041947 h 6193919"/>
                <a:gd name="connsiteX13" fmla="*/ 3511750 w 5458968"/>
                <a:gd name="connsiteY13" fmla="*/ 1257300 h 6193919"/>
                <a:gd name="connsiteX14" fmla="*/ 2729484 w 5458968"/>
                <a:gd name="connsiteY14" fmla="*/ 472653 h 6193919"/>
                <a:gd name="connsiteX15" fmla="*/ 2729484 w 5458968"/>
                <a:gd name="connsiteY15" fmla="*/ 0 h 6193919"/>
                <a:gd name="connsiteX16" fmla="*/ 3984403 w 5458968"/>
                <a:gd name="connsiteY16" fmla="*/ 1257300 h 6193919"/>
                <a:gd name="connsiteX17" fmla="*/ 3616846 w 5458968"/>
                <a:gd name="connsiteY17" fmla="*/ 2146346 h 6193919"/>
                <a:gd name="connsiteX18" fmla="*/ 3540397 w 5458968"/>
                <a:gd name="connsiteY18" fmla="*/ 2215960 h 6193919"/>
                <a:gd name="connsiteX19" fmla="*/ 5164297 w 5458968"/>
                <a:gd name="connsiteY19" fmla="*/ 2959466 h 6193919"/>
                <a:gd name="connsiteX20" fmla="*/ 5458968 w 5458968"/>
                <a:gd name="connsiteY20" fmla="*/ 6193919 h 6193919"/>
                <a:gd name="connsiteX21" fmla="*/ 0 w 5458968"/>
                <a:gd name="connsiteY21" fmla="*/ 6193919 h 6193919"/>
                <a:gd name="connsiteX22" fmla="*/ 290836 w 5458968"/>
                <a:gd name="connsiteY22" fmla="*/ 2996334 h 6193919"/>
                <a:gd name="connsiteX23" fmla="*/ 1892306 w 5458968"/>
                <a:gd name="connsiteY23" fmla="*/ 2192042 h 6193919"/>
                <a:gd name="connsiteX24" fmla="*/ 1842122 w 5458968"/>
                <a:gd name="connsiteY24" fmla="*/ 2146346 h 6193919"/>
                <a:gd name="connsiteX25" fmla="*/ 1474565 w 5458968"/>
                <a:gd name="connsiteY25" fmla="*/ 1257300 h 6193919"/>
                <a:gd name="connsiteX26" fmla="*/ 2729484 w 5458968"/>
                <a:gd name="connsiteY26" fmla="*/ 0 h 6193919"/>
                <a:gd name="connsiteX0" fmla="*/ 3149413 w 5458968"/>
                <a:gd name="connsiteY0" fmla="*/ 2496115 h 6193919"/>
                <a:gd name="connsiteX1" fmla="*/ 2931093 w 5458968"/>
                <a:gd name="connsiteY1" fmla="*/ 2496901 h 6193919"/>
                <a:gd name="connsiteX2" fmla="*/ 2857792 w 5458968"/>
                <a:gd name="connsiteY2" fmla="*/ 2508109 h 6193919"/>
                <a:gd name="connsiteX3" fmla="*/ 2275861 w 5458968"/>
                <a:gd name="connsiteY3" fmla="*/ 2499258 h 6193919"/>
                <a:gd name="connsiteX4" fmla="*/ 732791 w 5458968"/>
                <a:gd name="connsiteY4" fmla="*/ 3319390 h 6193919"/>
                <a:gd name="connsiteX5" fmla="*/ 494663 w 5458968"/>
                <a:gd name="connsiteY5" fmla="*/ 5772328 h 6193919"/>
                <a:gd name="connsiteX6" fmla="*/ 4964305 w 5458968"/>
                <a:gd name="connsiteY6" fmla="*/ 5772328 h 6193919"/>
                <a:gd name="connsiteX7" fmla="*/ 4723037 w 5458968"/>
                <a:gd name="connsiteY7" fmla="*/ 3291108 h 6193919"/>
                <a:gd name="connsiteX8" fmla="*/ 3149413 w 5458968"/>
                <a:gd name="connsiteY8" fmla="*/ 2496115 h 6193919"/>
                <a:gd name="connsiteX9" fmla="*/ 2729484 w 5458968"/>
                <a:gd name="connsiteY9" fmla="*/ 472653 h 6193919"/>
                <a:gd name="connsiteX10" fmla="*/ 1947218 w 5458968"/>
                <a:gd name="connsiteY10" fmla="*/ 1257300 h 6193919"/>
                <a:gd name="connsiteX11" fmla="*/ 2729484 w 5458968"/>
                <a:gd name="connsiteY11" fmla="*/ 2041947 h 6193919"/>
                <a:gd name="connsiteX12" fmla="*/ 3511750 w 5458968"/>
                <a:gd name="connsiteY12" fmla="*/ 1257300 h 6193919"/>
                <a:gd name="connsiteX13" fmla="*/ 2729484 w 5458968"/>
                <a:gd name="connsiteY13" fmla="*/ 472653 h 6193919"/>
                <a:gd name="connsiteX14" fmla="*/ 2729484 w 5458968"/>
                <a:gd name="connsiteY14" fmla="*/ 0 h 6193919"/>
                <a:gd name="connsiteX15" fmla="*/ 3984403 w 5458968"/>
                <a:gd name="connsiteY15" fmla="*/ 1257300 h 6193919"/>
                <a:gd name="connsiteX16" fmla="*/ 3616846 w 5458968"/>
                <a:gd name="connsiteY16" fmla="*/ 2146346 h 6193919"/>
                <a:gd name="connsiteX17" fmla="*/ 3540397 w 5458968"/>
                <a:gd name="connsiteY17" fmla="*/ 2215960 h 6193919"/>
                <a:gd name="connsiteX18" fmla="*/ 5164297 w 5458968"/>
                <a:gd name="connsiteY18" fmla="*/ 2959466 h 6193919"/>
                <a:gd name="connsiteX19" fmla="*/ 5458968 w 5458968"/>
                <a:gd name="connsiteY19" fmla="*/ 6193919 h 6193919"/>
                <a:gd name="connsiteX20" fmla="*/ 0 w 5458968"/>
                <a:gd name="connsiteY20" fmla="*/ 6193919 h 6193919"/>
                <a:gd name="connsiteX21" fmla="*/ 290836 w 5458968"/>
                <a:gd name="connsiteY21" fmla="*/ 2996334 h 6193919"/>
                <a:gd name="connsiteX22" fmla="*/ 1892306 w 5458968"/>
                <a:gd name="connsiteY22" fmla="*/ 2192042 h 6193919"/>
                <a:gd name="connsiteX23" fmla="*/ 1842122 w 5458968"/>
                <a:gd name="connsiteY23" fmla="*/ 2146346 h 6193919"/>
                <a:gd name="connsiteX24" fmla="*/ 1474565 w 5458968"/>
                <a:gd name="connsiteY24" fmla="*/ 1257300 h 6193919"/>
                <a:gd name="connsiteX25" fmla="*/ 2729484 w 5458968"/>
                <a:gd name="connsiteY25" fmla="*/ 0 h 6193919"/>
                <a:gd name="connsiteX0" fmla="*/ 3149413 w 5458968"/>
                <a:gd name="connsiteY0" fmla="*/ 2496115 h 6193919"/>
                <a:gd name="connsiteX1" fmla="*/ 2931093 w 5458968"/>
                <a:gd name="connsiteY1" fmla="*/ 2496901 h 6193919"/>
                <a:gd name="connsiteX2" fmla="*/ 2275861 w 5458968"/>
                <a:gd name="connsiteY2" fmla="*/ 2499258 h 6193919"/>
                <a:gd name="connsiteX3" fmla="*/ 732791 w 5458968"/>
                <a:gd name="connsiteY3" fmla="*/ 3319390 h 6193919"/>
                <a:gd name="connsiteX4" fmla="*/ 494663 w 5458968"/>
                <a:gd name="connsiteY4" fmla="*/ 5772328 h 6193919"/>
                <a:gd name="connsiteX5" fmla="*/ 4964305 w 5458968"/>
                <a:gd name="connsiteY5" fmla="*/ 5772328 h 6193919"/>
                <a:gd name="connsiteX6" fmla="*/ 4723037 w 5458968"/>
                <a:gd name="connsiteY6" fmla="*/ 3291108 h 6193919"/>
                <a:gd name="connsiteX7" fmla="*/ 3149413 w 5458968"/>
                <a:gd name="connsiteY7" fmla="*/ 2496115 h 6193919"/>
                <a:gd name="connsiteX8" fmla="*/ 2729484 w 5458968"/>
                <a:gd name="connsiteY8" fmla="*/ 472653 h 6193919"/>
                <a:gd name="connsiteX9" fmla="*/ 1947218 w 5458968"/>
                <a:gd name="connsiteY9" fmla="*/ 1257300 h 6193919"/>
                <a:gd name="connsiteX10" fmla="*/ 2729484 w 5458968"/>
                <a:gd name="connsiteY10" fmla="*/ 2041947 h 6193919"/>
                <a:gd name="connsiteX11" fmla="*/ 3511750 w 5458968"/>
                <a:gd name="connsiteY11" fmla="*/ 1257300 h 6193919"/>
                <a:gd name="connsiteX12" fmla="*/ 2729484 w 5458968"/>
                <a:gd name="connsiteY12" fmla="*/ 472653 h 6193919"/>
                <a:gd name="connsiteX13" fmla="*/ 2729484 w 5458968"/>
                <a:gd name="connsiteY13" fmla="*/ 0 h 6193919"/>
                <a:gd name="connsiteX14" fmla="*/ 3984403 w 5458968"/>
                <a:gd name="connsiteY14" fmla="*/ 1257300 h 6193919"/>
                <a:gd name="connsiteX15" fmla="*/ 3616846 w 5458968"/>
                <a:gd name="connsiteY15" fmla="*/ 2146346 h 6193919"/>
                <a:gd name="connsiteX16" fmla="*/ 3540397 w 5458968"/>
                <a:gd name="connsiteY16" fmla="*/ 2215960 h 6193919"/>
                <a:gd name="connsiteX17" fmla="*/ 5164297 w 5458968"/>
                <a:gd name="connsiteY17" fmla="*/ 2959466 h 6193919"/>
                <a:gd name="connsiteX18" fmla="*/ 5458968 w 5458968"/>
                <a:gd name="connsiteY18" fmla="*/ 6193919 h 6193919"/>
                <a:gd name="connsiteX19" fmla="*/ 0 w 5458968"/>
                <a:gd name="connsiteY19" fmla="*/ 6193919 h 6193919"/>
                <a:gd name="connsiteX20" fmla="*/ 290836 w 5458968"/>
                <a:gd name="connsiteY20" fmla="*/ 2996334 h 6193919"/>
                <a:gd name="connsiteX21" fmla="*/ 1892306 w 5458968"/>
                <a:gd name="connsiteY21" fmla="*/ 2192042 h 6193919"/>
                <a:gd name="connsiteX22" fmla="*/ 1842122 w 5458968"/>
                <a:gd name="connsiteY22" fmla="*/ 2146346 h 6193919"/>
                <a:gd name="connsiteX23" fmla="*/ 1474565 w 5458968"/>
                <a:gd name="connsiteY23" fmla="*/ 1257300 h 6193919"/>
                <a:gd name="connsiteX24" fmla="*/ 2729484 w 5458968"/>
                <a:gd name="connsiteY24" fmla="*/ 0 h 6193919"/>
                <a:gd name="connsiteX0" fmla="*/ 3149413 w 5458968"/>
                <a:gd name="connsiteY0" fmla="*/ 2496115 h 6193919"/>
                <a:gd name="connsiteX1" fmla="*/ 2275861 w 5458968"/>
                <a:gd name="connsiteY1" fmla="*/ 2499258 h 6193919"/>
                <a:gd name="connsiteX2" fmla="*/ 732791 w 5458968"/>
                <a:gd name="connsiteY2" fmla="*/ 3319390 h 6193919"/>
                <a:gd name="connsiteX3" fmla="*/ 494663 w 5458968"/>
                <a:gd name="connsiteY3" fmla="*/ 5772328 h 6193919"/>
                <a:gd name="connsiteX4" fmla="*/ 4964305 w 5458968"/>
                <a:gd name="connsiteY4" fmla="*/ 5772328 h 6193919"/>
                <a:gd name="connsiteX5" fmla="*/ 4723037 w 5458968"/>
                <a:gd name="connsiteY5" fmla="*/ 3291108 h 6193919"/>
                <a:gd name="connsiteX6" fmla="*/ 3149413 w 5458968"/>
                <a:gd name="connsiteY6" fmla="*/ 2496115 h 6193919"/>
                <a:gd name="connsiteX7" fmla="*/ 2729484 w 5458968"/>
                <a:gd name="connsiteY7" fmla="*/ 472653 h 6193919"/>
                <a:gd name="connsiteX8" fmla="*/ 1947218 w 5458968"/>
                <a:gd name="connsiteY8" fmla="*/ 1257300 h 6193919"/>
                <a:gd name="connsiteX9" fmla="*/ 2729484 w 5458968"/>
                <a:gd name="connsiteY9" fmla="*/ 2041947 h 6193919"/>
                <a:gd name="connsiteX10" fmla="*/ 3511750 w 5458968"/>
                <a:gd name="connsiteY10" fmla="*/ 1257300 h 6193919"/>
                <a:gd name="connsiteX11" fmla="*/ 2729484 w 5458968"/>
                <a:gd name="connsiteY11" fmla="*/ 472653 h 6193919"/>
                <a:gd name="connsiteX12" fmla="*/ 2729484 w 5458968"/>
                <a:gd name="connsiteY12" fmla="*/ 0 h 6193919"/>
                <a:gd name="connsiteX13" fmla="*/ 3984403 w 5458968"/>
                <a:gd name="connsiteY13" fmla="*/ 1257300 h 6193919"/>
                <a:gd name="connsiteX14" fmla="*/ 3616846 w 5458968"/>
                <a:gd name="connsiteY14" fmla="*/ 2146346 h 6193919"/>
                <a:gd name="connsiteX15" fmla="*/ 3540397 w 5458968"/>
                <a:gd name="connsiteY15" fmla="*/ 2215960 h 6193919"/>
                <a:gd name="connsiteX16" fmla="*/ 5164297 w 5458968"/>
                <a:gd name="connsiteY16" fmla="*/ 2959466 h 6193919"/>
                <a:gd name="connsiteX17" fmla="*/ 5458968 w 5458968"/>
                <a:gd name="connsiteY17" fmla="*/ 6193919 h 6193919"/>
                <a:gd name="connsiteX18" fmla="*/ 0 w 5458968"/>
                <a:gd name="connsiteY18" fmla="*/ 6193919 h 6193919"/>
                <a:gd name="connsiteX19" fmla="*/ 290836 w 5458968"/>
                <a:gd name="connsiteY19" fmla="*/ 2996334 h 6193919"/>
                <a:gd name="connsiteX20" fmla="*/ 1892306 w 5458968"/>
                <a:gd name="connsiteY20" fmla="*/ 2192042 h 6193919"/>
                <a:gd name="connsiteX21" fmla="*/ 1842122 w 5458968"/>
                <a:gd name="connsiteY21" fmla="*/ 2146346 h 6193919"/>
                <a:gd name="connsiteX22" fmla="*/ 1474565 w 5458968"/>
                <a:gd name="connsiteY22" fmla="*/ 1257300 h 6193919"/>
                <a:gd name="connsiteX23" fmla="*/ 2729484 w 5458968"/>
                <a:gd name="connsiteY23" fmla="*/ 0 h 6193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458968" h="6193919">
                  <a:moveTo>
                    <a:pt x="3149413" y="2496115"/>
                  </a:moveTo>
                  <a:lnTo>
                    <a:pt x="2275861" y="2499258"/>
                  </a:lnTo>
                  <a:lnTo>
                    <a:pt x="732791" y="3319390"/>
                  </a:lnTo>
                  <a:lnTo>
                    <a:pt x="494663" y="5772328"/>
                  </a:lnTo>
                  <a:lnTo>
                    <a:pt x="4964305" y="5772328"/>
                  </a:lnTo>
                  <a:lnTo>
                    <a:pt x="4723037" y="3291108"/>
                  </a:lnTo>
                  <a:lnTo>
                    <a:pt x="3149413" y="2496115"/>
                  </a:lnTo>
                  <a:close/>
                  <a:moveTo>
                    <a:pt x="2729484" y="472653"/>
                  </a:moveTo>
                  <a:cubicBezTo>
                    <a:pt x="2297450" y="472653"/>
                    <a:pt x="1947218" y="823951"/>
                    <a:pt x="1947218" y="1257300"/>
                  </a:cubicBezTo>
                  <a:cubicBezTo>
                    <a:pt x="1947218" y="1690649"/>
                    <a:pt x="2297450" y="2041947"/>
                    <a:pt x="2729484" y="2041947"/>
                  </a:cubicBezTo>
                  <a:cubicBezTo>
                    <a:pt x="3161518" y="2041947"/>
                    <a:pt x="3511750" y="1690649"/>
                    <a:pt x="3511750" y="1257300"/>
                  </a:cubicBezTo>
                  <a:cubicBezTo>
                    <a:pt x="3511750" y="823951"/>
                    <a:pt x="3161518" y="472653"/>
                    <a:pt x="2729484" y="472653"/>
                  </a:cubicBezTo>
                  <a:close/>
                  <a:moveTo>
                    <a:pt x="2729484" y="0"/>
                  </a:moveTo>
                  <a:cubicBezTo>
                    <a:pt x="3422557" y="0"/>
                    <a:pt x="3984403" y="562912"/>
                    <a:pt x="3984403" y="1257300"/>
                  </a:cubicBezTo>
                  <a:cubicBezTo>
                    <a:pt x="3984403" y="1604494"/>
                    <a:pt x="3843942" y="1918819"/>
                    <a:pt x="3616846" y="2146346"/>
                  </a:cubicBezTo>
                  <a:lnTo>
                    <a:pt x="3540397" y="2215960"/>
                  </a:lnTo>
                  <a:lnTo>
                    <a:pt x="5164297" y="2959466"/>
                  </a:lnTo>
                  <a:lnTo>
                    <a:pt x="5458968" y="6193919"/>
                  </a:lnTo>
                  <a:lnTo>
                    <a:pt x="0" y="6193919"/>
                  </a:lnTo>
                  <a:lnTo>
                    <a:pt x="290836" y="2996334"/>
                  </a:lnTo>
                  <a:lnTo>
                    <a:pt x="1892306" y="2192042"/>
                  </a:lnTo>
                  <a:lnTo>
                    <a:pt x="1842122" y="2146346"/>
                  </a:lnTo>
                  <a:cubicBezTo>
                    <a:pt x="1615027" y="1918819"/>
                    <a:pt x="1474565" y="1604494"/>
                    <a:pt x="1474565" y="1257300"/>
                  </a:cubicBezTo>
                  <a:cubicBezTo>
                    <a:pt x="1474565" y="562912"/>
                    <a:pt x="2036411" y="0"/>
                    <a:pt x="2729484" y="0"/>
                  </a:cubicBezTo>
                  <a:close/>
                </a:path>
              </a:pathLst>
            </a:custGeom>
            <a:solidFill>
              <a:srgbClr val="F1E2FE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25400" h="2540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DED21AE-594F-8F55-FC44-1DCFA21ADA92}"/>
                </a:ext>
              </a:extLst>
            </p:cNvPr>
            <p:cNvSpPr/>
            <p:nvPr/>
          </p:nvSpPr>
          <p:spPr>
            <a:xfrm>
              <a:off x="6892520" y="1009650"/>
              <a:ext cx="3604030" cy="4399869"/>
            </a:xfrm>
            <a:custGeom>
              <a:avLst/>
              <a:gdLst>
                <a:gd name="connsiteX0" fmla="*/ 3149413 w 5458968"/>
                <a:gd name="connsiteY0" fmla="*/ 2496115 h 6193919"/>
                <a:gd name="connsiteX1" fmla="*/ 2931093 w 5458968"/>
                <a:gd name="connsiteY1" fmla="*/ 2496901 h 6193919"/>
                <a:gd name="connsiteX2" fmla="*/ 2857792 w 5458968"/>
                <a:gd name="connsiteY2" fmla="*/ 2508109 h 6193919"/>
                <a:gd name="connsiteX3" fmla="*/ 2729484 w 5458968"/>
                <a:gd name="connsiteY3" fmla="*/ 2514600 h 6193919"/>
                <a:gd name="connsiteX4" fmla="*/ 2601176 w 5458968"/>
                <a:gd name="connsiteY4" fmla="*/ 2508109 h 6193919"/>
                <a:gd name="connsiteX5" fmla="*/ 2537145 w 5458968"/>
                <a:gd name="connsiteY5" fmla="*/ 2498318 h 6193919"/>
                <a:gd name="connsiteX6" fmla="*/ 2275861 w 5458968"/>
                <a:gd name="connsiteY6" fmla="*/ 2499258 h 6193919"/>
                <a:gd name="connsiteX7" fmla="*/ 732791 w 5458968"/>
                <a:gd name="connsiteY7" fmla="*/ 3319390 h 6193919"/>
                <a:gd name="connsiteX8" fmla="*/ 494663 w 5458968"/>
                <a:gd name="connsiteY8" fmla="*/ 5772328 h 6193919"/>
                <a:gd name="connsiteX9" fmla="*/ 4964305 w 5458968"/>
                <a:gd name="connsiteY9" fmla="*/ 5772328 h 6193919"/>
                <a:gd name="connsiteX10" fmla="*/ 4723037 w 5458968"/>
                <a:gd name="connsiteY10" fmla="*/ 3291108 h 6193919"/>
                <a:gd name="connsiteX11" fmla="*/ 2729484 w 5458968"/>
                <a:gd name="connsiteY11" fmla="*/ 472653 h 6193919"/>
                <a:gd name="connsiteX12" fmla="*/ 1947218 w 5458968"/>
                <a:gd name="connsiteY12" fmla="*/ 1257300 h 6193919"/>
                <a:gd name="connsiteX13" fmla="*/ 2729484 w 5458968"/>
                <a:gd name="connsiteY13" fmla="*/ 2041947 h 6193919"/>
                <a:gd name="connsiteX14" fmla="*/ 3511750 w 5458968"/>
                <a:gd name="connsiteY14" fmla="*/ 1257300 h 6193919"/>
                <a:gd name="connsiteX15" fmla="*/ 2729484 w 5458968"/>
                <a:gd name="connsiteY15" fmla="*/ 472653 h 6193919"/>
                <a:gd name="connsiteX16" fmla="*/ 2729484 w 5458968"/>
                <a:gd name="connsiteY16" fmla="*/ 0 h 6193919"/>
                <a:gd name="connsiteX17" fmla="*/ 3984403 w 5458968"/>
                <a:gd name="connsiteY17" fmla="*/ 1257300 h 6193919"/>
                <a:gd name="connsiteX18" fmla="*/ 3616846 w 5458968"/>
                <a:gd name="connsiteY18" fmla="*/ 2146346 h 6193919"/>
                <a:gd name="connsiteX19" fmla="*/ 3540397 w 5458968"/>
                <a:gd name="connsiteY19" fmla="*/ 2215960 h 6193919"/>
                <a:gd name="connsiteX20" fmla="*/ 5164297 w 5458968"/>
                <a:gd name="connsiteY20" fmla="*/ 2959466 h 6193919"/>
                <a:gd name="connsiteX21" fmla="*/ 5458968 w 5458968"/>
                <a:gd name="connsiteY21" fmla="*/ 6193919 h 6193919"/>
                <a:gd name="connsiteX22" fmla="*/ 0 w 5458968"/>
                <a:gd name="connsiteY22" fmla="*/ 6193919 h 6193919"/>
                <a:gd name="connsiteX23" fmla="*/ 290836 w 5458968"/>
                <a:gd name="connsiteY23" fmla="*/ 2996334 h 6193919"/>
                <a:gd name="connsiteX24" fmla="*/ 1892306 w 5458968"/>
                <a:gd name="connsiteY24" fmla="*/ 2192042 h 6193919"/>
                <a:gd name="connsiteX25" fmla="*/ 1842122 w 5458968"/>
                <a:gd name="connsiteY25" fmla="*/ 2146346 h 6193919"/>
                <a:gd name="connsiteX26" fmla="*/ 1474565 w 5458968"/>
                <a:gd name="connsiteY26" fmla="*/ 1257300 h 6193919"/>
                <a:gd name="connsiteX27" fmla="*/ 2729484 w 5458968"/>
                <a:gd name="connsiteY27" fmla="*/ 0 h 6193919"/>
                <a:gd name="connsiteX0" fmla="*/ 3149413 w 5458968"/>
                <a:gd name="connsiteY0" fmla="*/ 2496115 h 6193919"/>
                <a:gd name="connsiteX1" fmla="*/ 2931093 w 5458968"/>
                <a:gd name="connsiteY1" fmla="*/ 2496901 h 6193919"/>
                <a:gd name="connsiteX2" fmla="*/ 2857792 w 5458968"/>
                <a:gd name="connsiteY2" fmla="*/ 2508109 h 6193919"/>
                <a:gd name="connsiteX3" fmla="*/ 2729484 w 5458968"/>
                <a:gd name="connsiteY3" fmla="*/ 2514600 h 6193919"/>
                <a:gd name="connsiteX4" fmla="*/ 2601176 w 5458968"/>
                <a:gd name="connsiteY4" fmla="*/ 2508109 h 6193919"/>
                <a:gd name="connsiteX5" fmla="*/ 2275861 w 5458968"/>
                <a:gd name="connsiteY5" fmla="*/ 2499258 h 6193919"/>
                <a:gd name="connsiteX6" fmla="*/ 732791 w 5458968"/>
                <a:gd name="connsiteY6" fmla="*/ 3319390 h 6193919"/>
                <a:gd name="connsiteX7" fmla="*/ 494663 w 5458968"/>
                <a:gd name="connsiteY7" fmla="*/ 5772328 h 6193919"/>
                <a:gd name="connsiteX8" fmla="*/ 4964305 w 5458968"/>
                <a:gd name="connsiteY8" fmla="*/ 5772328 h 6193919"/>
                <a:gd name="connsiteX9" fmla="*/ 4723037 w 5458968"/>
                <a:gd name="connsiteY9" fmla="*/ 3291108 h 6193919"/>
                <a:gd name="connsiteX10" fmla="*/ 3149413 w 5458968"/>
                <a:gd name="connsiteY10" fmla="*/ 2496115 h 6193919"/>
                <a:gd name="connsiteX11" fmla="*/ 2729484 w 5458968"/>
                <a:gd name="connsiteY11" fmla="*/ 472653 h 6193919"/>
                <a:gd name="connsiteX12" fmla="*/ 1947218 w 5458968"/>
                <a:gd name="connsiteY12" fmla="*/ 1257300 h 6193919"/>
                <a:gd name="connsiteX13" fmla="*/ 2729484 w 5458968"/>
                <a:gd name="connsiteY13" fmla="*/ 2041947 h 6193919"/>
                <a:gd name="connsiteX14" fmla="*/ 3511750 w 5458968"/>
                <a:gd name="connsiteY14" fmla="*/ 1257300 h 6193919"/>
                <a:gd name="connsiteX15" fmla="*/ 2729484 w 5458968"/>
                <a:gd name="connsiteY15" fmla="*/ 472653 h 6193919"/>
                <a:gd name="connsiteX16" fmla="*/ 2729484 w 5458968"/>
                <a:gd name="connsiteY16" fmla="*/ 0 h 6193919"/>
                <a:gd name="connsiteX17" fmla="*/ 3984403 w 5458968"/>
                <a:gd name="connsiteY17" fmla="*/ 1257300 h 6193919"/>
                <a:gd name="connsiteX18" fmla="*/ 3616846 w 5458968"/>
                <a:gd name="connsiteY18" fmla="*/ 2146346 h 6193919"/>
                <a:gd name="connsiteX19" fmla="*/ 3540397 w 5458968"/>
                <a:gd name="connsiteY19" fmla="*/ 2215960 h 6193919"/>
                <a:gd name="connsiteX20" fmla="*/ 5164297 w 5458968"/>
                <a:gd name="connsiteY20" fmla="*/ 2959466 h 6193919"/>
                <a:gd name="connsiteX21" fmla="*/ 5458968 w 5458968"/>
                <a:gd name="connsiteY21" fmla="*/ 6193919 h 6193919"/>
                <a:gd name="connsiteX22" fmla="*/ 0 w 5458968"/>
                <a:gd name="connsiteY22" fmla="*/ 6193919 h 6193919"/>
                <a:gd name="connsiteX23" fmla="*/ 290836 w 5458968"/>
                <a:gd name="connsiteY23" fmla="*/ 2996334 h 6193919"/>
                <a:gd name="connsiteX24" fmla="*/ 1892306 w 5458968"/>
                <a:gd name="connsiteY24" fmla="*/ 2192042 h 6193919"/>
                <a:gd name="connsiteX25" fmla="*/ 1842122 w 5458968"/>
                <a:gd name="connsiteY25" fmla="*/ 2146346 h 6193919"/>
                <a:gd name="connsiteX26" fmla="*/ 1474565 w 5458968"/>
                <a:gd name="connsiteY26" fmla="*/ 1257300 h 6193919"/>
                <a:gd name="connsiteX27" fmla="*/ 2729484 w 5458968"/>
                <a:gd name="connsiteY27" fmla="*/ 0 h 6193919"/>
                <a:gd name="connsiteX0" fmla="*/ 3149413 w 5458968"/>
                <a:gd name="connsiteY0" fmla="*/ 2496115 h 6193919"/>
                <a:gd name="connsiteX1" fmla="*/ 2931093 w 5458968"/>
                <a:gd name="connsiteY1" fmla="*/ 2496901 h 6193919"/>
                <a:gd name="connsiteX2" fmla="*/ 2857792 w 5458968"/>
                <a:gd name="connsiteY2" fmla="*/ 2508109 h 6193919"/>
                <a:gd name="connsiteX3" fmla="*/ 2729484 w 5458968"/>
                <a:gd name="connsiteY3" fmla="*/ 2514600 h 6193919"/>
                <a:gd name="connsiteX4" fmla="*/ 2275861 w 5458968"/>
                <a:gd name="connsiteY4" fmla="*/ 2499258 h 6193919"/>
                <a:gd name="connsiteX5" fmla="*/ 732791 w 5458968"/>
                <a:gd name="connsiteY5" fmla="*/ 3319390 h 6193919"/>
                <a:gd name="connsiteX6" fmla="*/ 494663 w 5458968"/>
                <a:gd name="connsiteY6" fmla="*/ 5772328 h 6193919"/>
                <a:gd name="connsiteX7" fmla="*/ 4964305 w 5458968"/>
                <a:gd name="connsiteY7" fmla="*/ 5772328 h 6193919"/>
                <a:gd name="connsiteX8" fmla="*/ 4723037 w 5458968"/>
                <a:gd name="connsiteY8" fmla="*/ 3291108 h 6193919"/>
                <a:gd name="connsiteX9" fmla="*/ 3149413 w 5458968"/>
                <a:gd name="connsiteY9" fmla="*/ 2496115 h 6193919"/>
                <a:gd name="connsiteX10" fmla="*/ 2729484 w 5458968"/>
                <a:gd name="connsiteY10" fmla="*/ 472653 h 6193919"/>
                <a:gd name="connsiteX11" fmla="*/ 1947218 w 5458968"/>
                <a:gd name="connsiteY11" fmla="*/ 1257300 h 6193919"/>
                <a:gd name="connsiteX12" fmla="*/ 2729484 w 5458968"/>
                <a:gd name="connsiteY12" fmla="*/ 2041947 h 6193919"/>
                <a:gd name="connsiteX13" fmla="*/ 3511750 w 5458968"/>
                <a:gd name="connsiteY13" fmla="*/ 1257300 h 6193919"/>
                <a:gd name="connsiteX14" fmla="*/ 2729484 w 5458968"/>
                <a:gd name="connsiteY14" fmla="*/ 472653 h 6193919"/>
                <a:gd name="connsiteX15" fmla="*/ 2729484 w 5458968"/>
                <a:gd name="connsiteY15" fmla="*/ 0 h 6193919"/>
                <a:gd name="connsiteX16" fmla="*/ 3984403 w 5458968"/>
                <a:gd name="connsiteY16" fmla="*/ 1257300 h 6193919"/>
                <a:gd name="connsiteX17" fmla="*/ 3616846 w 5458968"/>
                <a:gd name="connsiteY17" fmla="*/ 2146346 h 6193919"/>
                <a:gd name="connsiteX18" fmla="*/ 3540397 w 5458968"/>
                <a:gd name="connsiteY18" fmla="*/ 2215960 h 6193919"/>
                <a:gd name="connsiteX19" fmla="*/ 5164297 w 5458968"/>
                <a:gd name="connsiteY19" fmla="*/ 2959466 h 6193919"/>
                <a:gd name="connsiteX20" fmla="*/ 5458968 w 5458968"/>
                <a:gd name="connsiteY20" fmla="*/ 6193919 h 6193919"/>
                <a:gd name="connsiteX21" fmla="*/ 0 w 5458968"/>
                <a:gd name="connsiteY21" fmla="*/ 6193919 h 6193919"/>
                <a:gd name="connsiteX22" fmla="*/ 290836 w 5458968"/>
                <a:gd name="connsiteY22" fmla="*/ 2996334 h 6193919"/>
                <a:gd name="connsiteX23" fmla="*/ 1892306 w 5458968"/>
                <a:gd name="connsiteY23" fmla="*/ 2192042 h 6193919"/>
                <a:gd name="connsiteX24" fmla="*/ 1842122 w 5458968"/>
                <a:gd name="connsiteY24" fmla="*/ 2146346 h 6193919"/>
                <a:gd name="connsiteX25" fmla="*/ 1474565 w 5458968"/>
                <a:gd name="connsiteY25" fmla="*/ 1257300 h 6193919"/>
                <a:gd name="connsiteX26" fmla="*/ 2729484 w 5458968"/>
                <a:gd name="connsiteY26" fmla="*/ 0 h 6193919"/>
                <a:gd name="connsiteX0" fmla="*/ 3149413 w 5458968"/>
                <a:gd name="connsiteY0" fmla="*/ 2496115 h 6193919"/>
                <a:gd name="connsiteX1" fmla="*/ 2931093 w 5458968"/>
                <a:gd name="connsiteY1" fmla="*/ 2496901 h 6193919"/>
                <a:gd name="connsiteX2" fmla="*/ 2857792 w 5458968"/>
                <a:gd name="connsiteY2" fmla="*/ 2508109 h 6193919"/>
                <a:gd name="connsiteX3" fmla="*/ 2729484 w 5458968"/>
                <a:gd name="connsiteY3" fmla="*/ 2514600 h 6193919"/>
                <a:gd name="connsiteX4" fmla="*/ 2275861 w 5458968"/>
                <a:gd name="connsiteY4" fmla="*/ 2499258 h 6193919"/>
                <a:gd name="connsiteX5" fmla="*/ 732791 w 5458968"/>
                <a:gd name="connsiteY5" fmla="*/ 3319390 h 6193919"/>
                <a:gd name="connsiteX6" fmla="*/ 494663 w 5458968"/>
                <a:gd name="connsiteY6" fmla="*/ 5772328 h 6193919"/>
                <a:gd name="connsiteX7" fmla="*/ 4964305 w 5458968"/>
                <a:gd name="connsiteY7" fmla="*/ 5772328 h 6193919"/>
                <a:gd name="connsiteX8" fmla="*/ 4723037 w 5458968"/>
                <a:gd name="connsiteY8" fmla="*/ 3291108 h 6193919"/>
                <a:gd name="connsiteX9" fmla="*/ 3149413 w 5458968"/>
                <a:gd name="connsiteY9" fmla="*/ 2496115 h 6193919"/>
                <a:gd name="connsiteX10" fmla="*/ 2729484 w 5458968"/>
                <a:gd name="connsiteY10" fmla="*/ 472653 h 6193919"/>
                <a:gd name="connsiteX11" fmla="*/ 1947218 w 5458968"/>
                <a:gd name="connsiteY11" fmla="*/ 1257300 h 6193919"/>
                <a:gd name="connsiteX12" fmla="*/ 2729484 w 5458968"/>
                <a:gd name="connsiteY12" fmla="*/ 2041947 h 6193919"/>
                <a:gd name="connsiteX13" fmla="*/ 3511750 w 5458968"/>
                <a:gd name="connsiteY13" fmla="*/ 1257300 h 6193919"/>
                <a:gd name="connsiteX14" fmla="*/ 2729484 w 5458968"/>
                <a:gd name="connsiteY14" fmla="*/ 472653 h 6193919"/>
                <a:gd name="connsiteX15" fmla="*/ 2729484 w 5458968"/>
                <a:gd name="connsiteY15" fmla="*/ 0 h 6193919"/>
                <a:gd name="connsiteX16" fmla="*/ 3984403 w 5458968"/>
                <a:gd name="connsiteY16" fmla="*/ 1257300 h 6193919"/>
                <a:gd name="connsiteX17" fmla="*/ 3616846 w 5458968"/>
                <a:gd name="connsiteY17" fmla="*/ 2146346 h 6193919"/>
                <a:gd name="connsiteX18" fmla="*/ 3540397 w 5458968"/>
                <a:gd name="connsiteY18" fmla="*/ 2215960 h 6193919"/>
                <a:gd name="connsiteX19" fmla="*/ 5164297 w 5458968"/>
                <a:gd name="connsiteY19" fmla="*/ 2959466 h 6193919"/>
                <a:gd name="connsiteX20" fmla="*/ 5458968 w 5458968"/>
                <a:gd name="connsiteY20" fmla="*/ 6193919 h 6193919"/>
                <a:gd name="connsiteX21" fmla="*/ 0 w 5458968"/>
                <a:gd name="connsiteY21" fmla="*/ 6193919 h 6193919"/>
                <a:gd name="connsiteX22" fmla="*/ 290836 w 5458968"/>
                <a:gd name="connsiteY22" fmla="*/ 2996334 h 6193919"/>
                <a:gd name="connsiteX23" fmla="*/ 1892306 w 5458968"/>
                <a:gd name="connsiteY23" fmla="*/ 2192042 h 6193919"/>
                <a:gd name="connsiteX24" fmla="*/ 1842122 w 5458968"/>
                <a:gd name="connsiteY24" fmla="*/ 2146346 h 6193919"/>
                <a:gd name="connsiteX25" fmla="*/ 1474565 w 5458968"/>
                <a:gd name="connsiteY25" fmla="*/ 1257300 h 6193919"/>
                <a:gd name="connsiteX26" fmla="*/ 2729484 w 5458968"/>
                <a:gd name="connsiteY26" fmla="*/ 0 h 6193919"/>
                <a:gd name="connsiteX0" fmla="*/ 3149413 w 5458968"/>
                <a:gd name="connsiteY0" fmla="*/ 2496115 h 6193919"/>
                <a:gd name="connsiteX1" fmla="*/ 2931093 w 5458968"/>
                <a:gd name="connsiteY1" fmla="*/ 2496901 h 6193919"/>
                <a:gd name="connsiteX2" fmla="*/ 2857792 w 5458968"/>
                <a:gd name="connsiteY2" fmla="*/ 2508109 h 6193919"/>
                <a:gd name="connsiteX3" fmla="*/ 2275861 w 5458968"/>
                <a:gd name="connsiteY3" fmla="*/ 2499258 h 6193919"/>
                <a:gd name="connsiteX4" fmla="*/ 732791 w 5458968"/>
                <a:gd name="connsiteY4" fmla="*/ 3319390 h 6193919"/>
                <a:gd name="connsiteX5" fmla="*/ 494663 w 5458968"/>
                <a:gd name="connsiteY5" fmla="*/ 5772328 h 6193919"/>
                <a:gd name="connsiteX6" fmla="*/ 4964305 w 5458968"/>
                <a:gd name="connsiteY6" fmla="*/ 5772328 h 6193919"/>
                <a:gd name="connsiteX7" fmla="*/ 4723037 w 5458968"/>
                <a:gd name="connsiteY7" fmla="*/ 3291108 h 6193919"/>
                <a:gd name="connsiteX8" fmla="*/ 3149413 w 5458968"/>
                <a:gd name="connsiteY8" fmla="*/ 2496115 h 6193919"/>
                <a:gd name="connsiteX9" fmla="*/ 2729484 w 5458968"/>
                <a:gd name="connsiteY9" fmla="*/ 472653 h 6193919"/>
                <a:gd name="connsiteX10" fmla="*/ 1947218 w 5458968"/>
                <a:gd name="connsiteY10" fmla="*/ 1257300 h 6193919"/>
                <a:gd name="connsiteX11" fmla="*/ 2729484 w 5458968"/>
                <a:gd name="connsiteY11" fmla="*/ 2041947 h 6193919"/>
                <a:gd name="connsiteX12" fmla="*/ 3511750 w 5458968"/>
                <a:gd name="connsiteY12" fmla="*/ 1257300 h 6193919"/>
                <a:gd name="connsiteX13" fmla="*/ 2729484 w 5458968"/>
                <a:gd name="connsiteY13" fmla="*/ 472653 h 6193919"/>
                <a:gd name="connsiteX14" fmla="*/ 2729484 w 5458968"/>
                <a:gd name="connsiteY14" fmla="*/ 0 h 6193919"/>
                <a:gd name="connsiteX15" fmla="*/ 3984403 w 5458968"/>
                <a:gd name="connsiteY15" fmla="*/ 1257300 h 6193919"/>
                <a:gd name="connsiteX16" fmla="*/ 3616846 w 5458968"/>
                <a:gd name="connsiteY16" fmla="*/ 2146346 h 6193919"/>
                <a:gd name="connsiteX17" fmla="*/ 3540397 w 5458968"/>
                <a:gd name="connsiteY17" fmla="*/ 2215960 h 6193919"/>
                <a:gd name="connsiteX18" fmla="*/ 5164297 w 5458968"/>
                <a:gd name="connsiteY18" fmla="*/ 2959466 h 6193919"/>
                <a:gd name="connsiteX19" fmla="*/ 5458968 w 5458968"/>
                <a:gd name="connsiteY19" fmla="*/ 6193919 h 6193919"/>
                <a:gd name="connsiteX20" fmla="*/ 0 w 5458968"/>
                <a:gd name="connsiteY20" fmla="*/ 6193919 h 6193919"/>
                <a:gd name="connsiteX21" fmla="*/ 290836 w 5458968"/>
                <a:gd name="connsiteY21" fmla="*/ 2996334 h 6193919"/>
                <a:gd name="connsiteX22" fmla="*/ 1892306 w 5458968"/>
                <a:gd name="connsiteY22" fmla="*/ 2192042 h 6193919"/>
                <a:gd name="connsiteX23" fmla="*/ 1842122 w 5458968"/>
                <a:gd name="connsiteY23" fmla="*/ 2146346 h 6193919"/>
                <a:gd name="connsiteX24" fmla="*/ 1474565 w 5458968"/>
                <a:gd name="connsiteY24" fmla="*/ 1257300 h 6193919"/>
                <a:gd name="connsiteX25" fmla="*/ 2729484 w 5458968"/>
                <a:gd name="connsiteY25" fmla="*/ 0 h 6193919"/>
                <a:gd name="connsiteX0" fmla="*/ 3149413 w 5458968"/>
                <a:gd name="connsiteY0" fmla="*/ 2496115 h 6193919"/>
                <a:gd name="connsiteX1" fmla="*/ 2931093 w 5458968"/>
                <a:gd name="connsiteY1" fmla="*/ 2496901 h 6193919"/>
                <a:gd name="connsiteX2" fmla="*/ 2275861 w 5458968"/>
                <a:gd name="connsiteY2" fmla="*/ 2499258 h 6193919"/>
                <a:gd name="connsiteX3" fmla="*/ 732791 w 5458968"/>
                <a:gd name="connsiteY3" fmla="*/ 3319390 h 6193919"/>
                <a:gd name="connsiteX4" fmla="*/ 494663 w 5458968"/>
                <a:gd name="connsiteY4" fmla="*/ 5772328 h 6193919"/>
                <a:gd name="connsiteX5" fmla="*/ 4964305 w 5458968"/>
                <a:gd name="connsiteY5" fmla="*/ 5772328 h 6193919"/>
                <a:gd name="connsiteX6" fmla="*/ 4723037 w 5458968"/>
                <a:gd name="connsiteY6" fmla="*/ 3291108 h 6193919"/>
                <a:gd name="connsiteX7" fmla="*/ 3149413 w 5458968"/>
                <a:gd name="connsiteY7" fmla="*/ 2496115 h 6193919"/>
                <a:gd name="connsiteX8" fmla="*/ 2729484 w 5458968"/>
                <a:gd name="connsiteY8" fmla="*/ 472653 h 6193919"/>
                <a:gd name="connsiteX9" fmla="*/ 1947218 w 5458968"/>
                <a:gd name="connsiteY9" fmla="*/ 1257300 h 6193919"/>
                <a:gd name="connsiteX10" fmla="*/ 2729484 w 5458968"/>
                <a:gd name="connsiteY10" fmla="*/ 2041947 h 6193919"/>
                <a:gd name="connsiteX11" fmla="*/ 3511750 w 5458968"/>
                <a:gd name="connsiteY11" fmla="*/ 1257300 h 6193919"/>
                <a:gd name="connsiteX12" fmla="*/ 2729484 w 5458968"/>
                <a:gd name="connsiteY12" fmla="*/ 472653 h 6193919"/>
                <a:gd name="connsiteX13" fmla="*/ 2729484 w 5458968"/>
                <a:gd name="connsiteY13" fmla="*/ 0 h 6193919"/>
                <a:gd name="connsiteX14" fmla="*/ 3984403 w 5458968"/>
                <a:gd name="connsiteY14" fmla="*/ 1257300 h 6193919"/>
                <a:gd name="connsiteX15" fmla="*/ 3616846 w 5458968"/>
                <a:gd name="connsiteY15" fmla="*/ 2146346 h 6193919"/>
                <a:gd name="connsiteX16" fmla="*/ 3540397 w 5458968"/>
                <a:gd name="connsiteY16" fmla="*/ 2215960 h 6193919"/>
                <a:gd name="connsiteX17" fmla="*/ 5164297 w 5458968"/>
                <a:gd name="connsiteY17" fmla="*/ 2959466 h 6193919"/>
                <a:gd name="connsiteX18" fmla="*/ 5458968 w 5458968"/>
                <a:gd name="connsiteY18" fmla="*/ 6193919 h 6193919"/>
                <a:gd name="connsiteX19" fmla="*/ 0 w 5458968"/>
                <a:gd name="connsiteY19" fmla="*/ 6193919 h 6193919"/>
                <a:gd name="connsiteX20" fmla="*/ 290836 w 5458968"/>
                <a:gd name="connsiteY20" fmla="*/ 2996334 h 6193919"/>
                <a:gd name="connsiteX21" fmla="*/ 1892306 w 5458968"/>
                <a:gd name="connsiteY21" fmla="*/ 2192042 h 6193919"/>
                <a:gd name="connsiteX22" fmla="*/ 1842122 w 5458968"/>
                <a:gd name="connsiteY22" fmla="*/ 2146346 h 6193919"/>
                <a:gd name="connsiteX23" fmla="*/ 1474565 w 5458968"/>
                <a:gd name="connsiteY23" fmla="*/ 1257300 h 6193919"/>
                <a:gd name="connsiteX24" fmla="*/ 2729484 w 5458968"/>
                <a:gd name="connsiteY24" fmla="*/ 0 h 6193919"/>
                <a:gd name="connsiteX0" fmla="*/ 3149413 w 5458968"/>
                <a:gd name="connsiteY0" fmla="*/ 2496115 h 6193919"/>
                <a:gd name="connsiteX1" fmla="*/ 2275861 w 5458968"/>
                <a:gd name="connsiteY1" fmla="*/ 2499258 h 6193919"/>
                <a:gd name="connsiteX2" fmla="*/ 732791 w 5458968"/>
                <a:gd name="connsiteY2" fmla="*/ 3319390 h 6193919"/>
                <a:gd name="connsiteX3" fmla="*/ 494663 w 5458968"/>
                <a:gd name="connsiteY3" fmla="*/ 5772328 h 6193919"/>
                <a:gd name="connsiteX4" fmla="*/ 4964305 w 5458968"/>
                <a:gd name="connsiteY4" fmla="*/ 5772328 h 6193919"/>
                <a:gd name="connsiteX5" fmla="*/ 4723037 w 5458968"/>
                <a:gd name="connsiteY5" fmla="*/ 3291108 h 6193919"/>
                <a:gd name="connsiteX6" fmla="*/ 3149413 w 5458968"/>
                <a:gd name="connsiteY6" fmla="*/ 2496115 h 6193919"/>
                <a:gd name="connsiteX7" fmla="*/ 2729484 w 5458968"/>
                <a:gd name="connsiteY7" fmla="*/ 472653 h 6193919"/>
                <a:gd name="connsiteX8" fmla="*/ 1947218 w 5458968"/>
                <a:gd name="connsiteY8" fmla="*/ 1257300 h 6193919"/>
                <a:gd name="connsiteX9" fmla="*/ 2729484 w 5458968"/>
                <a:gd name="connsiteY9" fmla="*/ 2041947 h 6193919"/>
                <a:gd name="connsiteX10" fmla="*/ 3511750 w 5458968"/>
                <a:gd name="connsiteY10" fmla="*/ 1257300 h 6193919"/>
                <a:gd name="connsiteX11" fmla="*/ 2729484 w 5458968"/>
                <a:gd name="connsiteY11" fmla="*/ 472653 h 6193919"/>
                <a:gd name="connsiteX12" fmla="*/ 2729484 w 5458968"/>
                <a:gd name="connsiteY12" fmla="*/ 0 h 6193919"/>
                <a:gd name="connsiteX13" fmla="*/ 3984403 w 5458968"/>
                <a:gd name="connsiteY13" fmla="*/ 1257300 h 6193919"/>
                <a:gd name="connsiteX14" fmla="*/ 3616846 w 5458968"/>
                <a:gd name="connsiteY14" fmla="*/ 2146346 h 6193919"/>
                <a:gd name="connsiteX15" fmla="*/ 3540397 w 5458968"/>
                <a:gd name="connsiteY15" fmla="*/ 2215960 h 6193919"/>
                <a:gd name="connsiteX16" fmla="*/ 5164297 w 5458968"/>
                <a:gd name="connsiteY16" fmla="*/ 2959466 h 6193919"/>
                <a:gd name="connsiteX17" fmla="*/ 5458968 w 5458968"/>
                <a:gd name="connsiteY17" fmla="*/ 6193919 h 6193919"/>
                <a:gd name="connsiteX18" fmla="*/ 0 w 5458968"/>
                <a:gd name="connsiteY18" fmla="*/ 6193919 h 6193919"/>
                <a:gd name="connsiteX19" fmla="*/ 290836 w 5458968"/>
                <a:gd name="connsiteY19" fmla="*/ 2996334 h 6193919"/>
                <a:gd name="connsiteX20" fmla="*/ 1892306 w 5458968"/>
                <a:gd name="connsiteY20" fmla="*/ 2192042 h 6193919"/>
                <a:gd name="connsiteX21" fmla="*/ 1842122 w 5458968"/>
                <a:gd name="connsiteY21" fmla="*/ 2146346 h 6193919"/>
                <a:gd name="connsiteX22" fmla="*/ 1474565 w 5458968"/>
                <a:gd name="connsiteY22" fmla="*/ 1257300 h 6193919"/>
                <a:gd name="connsiteX23" fmla="*/ 2729484 w 5458968"/>
                <a:gd name="connsiteY23" fmla="*/ 0 h 6193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458968" h="6193919">
                  <a:moveTo>
                    <a:pt x="3149413" y="2496115"/>
                  </a:moveTo>
                  <a:lnTo>
                    <a:pt x="2275861" y="2499258"/>
                  </a:lnTo>
                  <a:lnTo>
                    <a:pt x="732791" y="3319390"/>
                  </a:lnTo>
                  <a:lnTo>
                    <a:pt x="494663" y="5772328"/>
                  </a:lnTo>
                  <a:lnTo>
                    <a:pt x="4964305" y="5772328"/>
                  </a:lnTo>
                  <a:lnTo>
                    <a:pt x="4723037" y="3291108"/>
                  </a:lnTo>
                  <a:lnTo>
                    <a:pt x="3149413" y="2496115"/>
                  </a:lnTo>
                  <a:close/>
                  <a:moveTo>
                    <a:pt x="2729484" y="472653"/>
                  </a:moveTo>
                  <a:cubicBezTo>
                    <a:pt x="2297450" y="472653"/>
                    <a:pt x="1947218" y="823951"/>
                    <a:pt x="1947218" y="1257300"/>
                  </a:cubicBezTo>
                  <a:cubicBezTo>
                    <a:pt x="1947218" y="1690649"/>
                    <a:pt x="2297450" y="2041947"/>
                    <a:pt x="2729484" y="2041947"/>
                  </a:cubicBezTo>
                  <a:cubicBezTo>
                    <a:pt x="3161518" y="2041947"/>
                    <a:pt x="3511750" y="1690649"/>
                    <a:pt x="3511750" y="1257300"/>
                  </a:cubicBezTo>
                  <a:cubicBezTo>
                    <a:pt x="3511750" y="823951"/>
                    <a:pt x="3161518" y="472653"/>
                    <a:pt x="2729484" y="472653"/>
                  </a:cubicBezTo>
                  <a:close/>
                  <a:moveTo>
                    <a:pt x="2729484" y="0"/>
                  </a:moveTo>
                  <a:cubicBezTo>
                    <a:pt x="3422557" y="0"/>
                    <a:pt x="3984403" y="562912"/>
                    <a:pt x="3984403" y="1257300"/>
                  </a:cubicBezTo>
                  <a:cubicBezTo>
                    <a:pt x="3984403" y="1604494"/>
                    <a:pt x="3843942" y="1918819"/>
                    <a:pt x="3616846" y="2146346"/>
                  </a:cubicBezTo>
                  <a:lnTo>
                    <a:pt x="3540397" y="2215960"/>
                  </a:lnTo>
                  <a:lnTo>
                    <a:pt x="5164297" y="2959466"/>
                  </a:lnTo>
                  <a:lnTo>
                    <a:pt x="5458968" y="6193919"/>
                  </a:lnTo>
                  <a:lnTo>
                    <a:pt x="0" y="6193919"/>
                  </a:lnTo>
                  <a:lnTo>
                    <a:pt x="290836" y="2996334"/>
                  </a:lnTo>
                  <a:lnTo>
                    <a:pt x="1892306" y="2192042"/>
                  </a:lnTo>
                  <a:lnTo>
                    <a:pt x="1842122" y="2146346"/>
                  </a:lnTo>
                  <a:cubicBezTo>
                    <a:pt x="1615027" y="1918819"/>
                    <a:pt x="1474565" y="1604494"/>
                    <a:pt x="1474565" y="1257300"/>
                  </a:cubicBezTo>
                  <a:cubicBezTo>
                    <a:pt x="1474565" y="562912"/>
                    <a:pt x="2036411" y="0"/>
                    <a:pt x="2729484" y="0"/>
                  </a:cubicBezTo>
                  <a:close/>
                </a:path>
              </a:pathLst>
            </a:custGeom>
            <a:solidFill>
              <a:srgbClr val="F1E2FE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25400" h="2540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7361E88-D712-A911-9337-52F1D79CD527}"/>
                </a:ext>
              </a:extLst>
            </p:cNvPr>
            <p:cNvSpPr/>
            <p:nvPr/>
          </p:nvSpPr>
          <p:spPr>
            <a:xfrm>
              <a:off x="4293985" y="1353231"/>
              <a:ext cx="3604030" cy="4399869"/>
            </a:xfrm>
            <a:custGeom>
              <a:avLst/>
              <a:gdLst>
                <a:gd name="connsiteX0" fmla="*/ 3149413 w 5458968"/>
                <a:gd name="connsiteY0" fmla="*/ 2496115 h 6193919"/>
                <a:gd name="connsiteX1" fmla="*/ 2931093 w 5458968"/>
                <a:gd name="connsiteY1" fmla="*/ 2496901 h 6193919"/>
                <a:gd name="connsiteX2" fmla="*/ 2857792 w 5458968"/>
                <a:gd name="connsiteY2" fmla="*/ 2508109 h 6193919"/>
                <a:gd name="connsiteX3" fmla="*/ 2729484 w 5458968"/>
                <a:gd name="connsiteY3" fmla="*/ 2514600 h 6193919"/>
                <a:gd name="connsiteX4" fmla="*/ 2601176 w 5458968"/>
                <a:gd name="connsiteY4" fmla="*/ 2508109 h 6193919"/>
                <a:gd name="connsiteX5" fmla="*/ 2537145 w 5458968"/>
                <a:gd name="connsiteY5" fmla="*/ 2498318 h 6193919"/>
                <a:gd name="connsiteX6" fmla="*/ 2275861 w 5458968"/>
                <a:gd name="connsiteY6" fmla="*/ 2499258 h 6193919"/>
                <a:gd name="connsiteX7" fmla="*/ 732791 w 5458968"/>
                <a:gd name="connsiteY7" fmla="*/ 3319390 h 6193919"/>
                <a:gd name="connsiteX8" fmla="*/ 494663 w 5458968"/>
                <a:gd name="connsiteY8" fmla="*/ 5772328 h 6193919"/>
                <a:gd name="connsiteX9" fmla="*/ 4964305 w 5458968"/>
                <a:gd name="connsiteY9" fmla="*/ 5772328 h 6193919"/>
                <a:gd name="connsiteX10" fmla="*/ 4723037 w 5458968"/>
                <a:gd name="connsiteY10" fmla="*/ 3291108 h 6193919"/>
                <a:gd name="connsiteX11" fmla="*/ 2729484 w 5458968"/>
                <a:gd name="connsiteY11" fmla="*/ 472653 h 6193919"/>
                <a:gd name="connsiteX12" fmla="*/ 1947218 w 5458968"/>
                <a:gd name="connsiteY12" fmla="*/ 1257300 h 6193919"/>
                <a:gd name="connsiteX13" fmla="*/ 2729484 w 5458968"/>
                <a:gd name="connsiteY13" fmla="*/ 2041947 h 6193919"/>
                <a:gd name="connsiteX14" fmla="*/ 3511750 w 5458968"/>
                <a:gd name="connsiteY14" fmla="*/ 1257300 h 6193919"/>
                <a:gd name="connsiteX15" fmla="*/ 2729484 w 5458968"/>
                <a:gd name="connsiteY15" fmla="*/ 472653 h 6193919"/>
                <a:gd name="connsiteX16" fmla="*/ 2729484 w 5458968"/>
                <a:gd name="connsiteY16" fmla="*/ 0 h 6193919"/>
                <a:gd name="connsiteX17" fmla="*/ 3984403 w 5458968"/>
                <a:gd name="connsiteY17" fmla="*/ 1257300 h 6193919"/>
                <a:gd name="connsiteX18" fmla="*/ 3616846 w 5458968"/>
                <a:gd name="connsiteY18" fmla="*/ 2146346 h 6193919"/>
                <a:gd name="connsiteX19" fmla="*/ 3540397 w 5458968"/>
                <a:gd name="connsiteY19" fmla="*/ 2215960 h 6193919"/>
                <a:gd name="connsiteX20" fmla="*/ 5164297 w 5458968"/>
                <a:gd name="connsiteY20" fmla="*/ 2959466 h 6193919"/>
                <a:gd name="connsiteX21" fmla="*/ 5458968 w 5458968"/>
                <a:gd name="connsiteY21" fmla="*/ 6193919 h 6193919"/>
                <a:gd name="connsiteX22" fmla="*/ 0 w 5458968"/>
                <a:gd name="connsiteY22" fmla="*/ 6193919 h 6193919"/>
                <a:gd name="connsiteX23" fmla="*/ 290836 w 5458968"/>
                <a:gd name="connsiteY23" fmla="*/ 2996334 h 6193919"/>
                <a:gd name="connsiteX24" fmla="*/ 1892306 w 5458968"/>
                <a:gd name="connsiteY24" fmla="*/ 2192042 h 6193919"/>
                <a:gd name="connsiteX25" fmla="*/ 1842122 w 5458968"/>
                <a:gd name="connsiteY25" fmla="*/ 2146346 h 6193919"/>
                <a:gd name="connsiteX26" fmla="*/ 1474565 w 5458968"/>
                <a:gd name="connsiteY26" fmla="*/ 1257300 h 6193919"/>
                <a:gd name="connsiteX27" fmla="*/ 2729484 w 5458968"/>
                <a:gd name="connsiteY27" fmla="*/ 0 h 6193919"/>
                <a:gd name="connsiteX0" fmla="*/ 3149413 w 5458968"/>
                <a:gd name="connsiteY0" fmla="*/ 2496115 h 6193919"/>
                <a:gd name="connsiteX1" fmla="*/ 2931093 w 5458968"/>
                <a:gd name="connsiteY1" fmla="*/ 2496901 h 6193919"/>
                <a:gd name="connsiteX2" fmla="*/ 2857792 w 5458968"/>
                <a:gd name="connsiteY2" fmla="*/ 2508109 h 6193919"/>
                <a:gd name="connsiteX3" fmla="*/ 2729484 w 5458968"/>
                <a:gd name="connsiteY3" fmla="*/ 2514600 h 6193919"/>
                <a:gd name="connsiteX4" fmla="*/ 2601176 w 5458968"/>
                <a:gd name="connsiteY4" fmla="*/ 2508109 h 6193919"/>
                <a:gd name="connsiteX5" fmla="*/ 2275861 w 5458968"/>
                <a:gd name="connsiteY5" fmla="*/ 2499258 h 6193919"/>
                <a:gd name="connsiteX6" fmla="*/ 732791 w 5458968"/>
                <a:gd name="connsiteY6" fmla="*/ 3319390 h 6193919"/>
                <a:gd name="connsiteX7" fmla="*/ 494663 w 5458968"/>
                <a:gd name="connsiteY7" fmla="*/ 5772328 h 6193919"/>
                <a:gd name="connsiteX8" fmla="*/ 4964305 w 5458968"/>
                <a:gd name="connsiteY8" fmla="*/ 5772328 h 6193919"/>
                <a:gd name="connsiteX9" fmla="*/ 4723037 w 5458968"/>
                <a:gd name="connsiteY9" fmla="*/ 3291108 h 6193919"/>
                <a:gd name="connsiteX10" fmla="*/ 3149413 w 5458968"/>
                <a:gd name="connsiteY10" fmla="*/ 2496115 h 6193919"/>
                <a:gd name="connsiteX11" fmla="*/ 2729484 w 5458968"/>
                <a:gd name="connsiteY11" fmla="*/ 472653 h 6193919"/>
                <a:gd name="connsiteX12" fmla="*/ 1947218 w 5458968"/>
                <a:gd name="connsiteY12" fmla="*/ 1257300 h 6193919"/>
                <a:gd name="connsiteX13" fmla="*/ 2729484 w 5458968"/>
                <a:gd name="connsiteY13" fmla="*/ 2041947 h 6193919"/>
                <a:gd name="connsiteX14" fmla="*/ 3511750 w 5458968"/>
                <a:gd name="connsiteY14" fmla="*/ 1257300 h 6193919"/>
                <a:gd name="connsiteX15" fmla="*/ 2729484 w 5458968"/>
                <a:gd name="connsiteY15" fmla="*/ 472653 h 6193919"/>
                <a:gd name="connsiteX16" fmla="*/ 2729484 w 5458968"/>
                <a:gd name="connsiteY16" fmla="*/ 0 h 6193919"/>
                <a:gd name="connsiteX17" fmla="*/ 3984403 w 5458968"/>
                <a:gd name="connsiteY17" fmla="*/ 1257300 h 6193919"/>
                <a:gd name="connsiteX18" fmla="*/ 3616846 w 5458968"/>
                <a:gd name="connsiteY18" fmla="*/ 2146346 h 6193919"/>
                <a:gd name="connsiteX19" fmla="*/ 3540397 w 5458968"/>
                <a:gd name="connsiteY19" fmla="*/ 2215960 h 6193919"/>
                <a:gd name="connsiteX20" fmla="*/ 5164297 w 5458968"/>
                <a:gd name="connsiteY20" fmla="*/ 2959466 h 6193919"/>
                <a:gd name="connsiteX21" fmla="*/ 5458968 w 5458968"/>
                <a:gd name="connsiteY21" fmla="*/ 6193919 h 6193919"/>
                <a:gd name="connsiteX22" fmla="*/ 0 w 5458968"/>
                <a:gd name="connsiteY22" fmla="*/ 6193919 h 6193919"/>
                <a:gd name="connsiteX23" fmla="*/ 290836 w 5458968"/>
                <a:gd name="connsiteY23" fmla="*/ 2996334 h 6193919"/>
                <a:gd name="connsiteX24" fmla="*/ 1892306 w 5458968"/>
                <a:gd name="connsiteY24" fmla="*/ 2192042 h 6193919"/>
                <a:gd name="connsiteX25" fmla="*/ 1842122 w 5458968"/>
                <a:gd name="connsiteY25" fmla="*/ 2146346 h 6193919"/>
                <a:gd name="connsiteX26" fmla="*/ 1474565 w 5458968"/>
                <a:gd name="connsiteY26" fmla="*/ 1257300 h 6193919"/>
                <a:gd name="connsiteX27" fmla="*/ 2729484 w 5458968"/>
                <a:gd name="connsiteY27" fmla="*/ 0 h 6193919"/>
                <a:gd name="connsiteX0" fmla="*/ 3149413 w 5458968"/>
                <a:gd name="connsiteY0" fmla="*/ 2496115 h 6193919"/>
                <a:gd name="connsiteX1" fmla="*/ 2931093 w 5458968"/>
                <a:gd name="connsiteY1" fmla="*/ 2496901 h 6193919"/>
                <a:gd name="connsiteX2" fmla="*/ 2857792 w 5458968"/>
                <a:gd name="connsiteY2" fmla="*/ 2508109 h 6193919"/>
                <a:gd name="connsiteX3" fmla="*/ 2729484 w 5458968"/>
                <a:gd name="connsiteY3" fmla="*/ 2514600 h 6193919"/>
                <a:gd name="connsiteX4" fmla="*/ 2275861 w 5458968"/>
                <a:gd name="connsiteY4" fmla="*/ 2499258 h 6193919"/>
                <a:gd name="connsiteX5" fmla="*/ 732791 w 5458968"/>
                <a:gd name="connsiteY5" fmla="*/ 3319390 h 6193919"/>
                <a:gd name="connsiteX6" fmla="*/ 494663 w 5458968"/>
                <a:gd name="connsiteY6" fmla="*/ 5772328 h 6193919"/>
                <a:gd name="connsiteX7" fmla="*/ 4964305 w 5458968"/>
                <a:gd name="connsiteY7" fmla="*/ 5772328 h 6193919"/>
                <a:gd name="connsiteX8" fmla="*/ 4723037 w 5458968"/>
                <a:gd name="connsiteY8" fmla="*/ 3291108 h 6193919"/>
                <a:gd name="connsiteX9" fmla="*/ 3149413 w 5458968"/>
                <a:gd name="connsiteY9" fmla="*/ 2496115 h 6193919"/>
                <a:gd name="connsiteX10" fmla="*/ 2729484 w 5458968"/>
                <a:gd name="connsiteY10" fmla="*/ 472653 h 6193919"/>
                <a:gd name="connsiteX11" fmla="*/ 1947218 w 5458968"/>
                <a:gd name="connsiteY11" fmla="*/ 1257300 h 6193919"/>
                <a:gd name="connsiteX12" fmla="*/ 2729484 w 5458968"/>
                <a:gd name="connsiteY12" fmla="*/ 2041947 h 6193919"/>
                <a:gd name="connsiteX13" fmla="*/ 3511750 w 5458968"/>
                <a:gd name="connsiteY13" fmla="*/ 1257300 h 6193919"/>
                <a:gd name="connsiteX14" fmla="*/ 2729484 w 5458968"/>
                <a:gd name="connsiteY14" fmla="*/ 472653 h 6193919"/>
                <a:gd name="connsiteX15" fmla="*/ 2729484 w 5458968"/>
                <a:gd name="connsiteY15" fmla="*/ 0 h 6193919"/>
                <a:gd name="connsiteX16" fmla="*/ 3984403 w 5458968"/>
                <a:gd name="connsiteY16" fmla="*/ 1257300 h 6193919"/>
                <a:gd name="connsiteX17" fmla="*/ 3616846 w 5458968"/>
                <a:gd name="connsiteY17" fmla="*/ 2146346 h 6193919"/>
                <a:gd name="connsiteX18" fmla="*/ 3540397 w 5458968"/>
                <a:gd name="connsiteY18" fmla="*/ 2215960 h 6193919"/>
                <a:gd name="connsiteX19" fmla="*/ 5164297 w 5458968"/>
                <a:gd name="connsiteY19" fmla="*/ 2959466 h 6193919"/>
                <a:gd name="connsiteX20" fmla="*/ 5458968 w 5458968"/>
                <a:gd name="connsiteY20" fmla="*/ 6193919 h 6193919"/>
                <a:gd name="connsiteX21" fmla="*/ 0 w 5458968"/>
                <a:gd name="connsiteY21" fmla="*/ 6193919 h 6193919"/>
                <a:gd name="connsiteX22" fmla="*/ 290836 w 5458968"/>
                <a:gd name="connsiteY22" fmla="*/ 2996334 h 6193919"/>
                <a:gd name="connsiteX23" fmla="*/ 1892306 w 5458968"/>
                <a:gd name="connsiteY23" fmla="*/ 2192042 h 6193919"/>
                <a:gd name="connsiteX24" fmla="*/ 1842122 w 5458968"/>
                <a:gd name="connsiteY24" fmla="*/ 2146346 h 6193919"/>
                <a:gd name="connsiteX25" fmla="*/ 1474565 w 5458968"/>
                <a:gd name="connsiteY25" fmla="*/ 1257300 h 6193919"/>
                <a:gd name="connsiteX26" fmla="*/ 2729484 w 5458968"/>
                <a:gd name="connsiteY26" fmla="*/ 0 h 6193919"/>
                <a:gd name="connsiteX0" fmla="*/ 3149413 w 5458968"/>
                <a:gd name="connsiteY0" fmla="*/ 2496115 h 6193919"/>
                <a:gd name="connsiteX1" fmla="*/ 2931093 w 5458968"/>
                <a:gd name="connsiteY1" fmla="*/ 2496901 h 6193919"/>
                <a:gd name="connsiteX2" fmla="*/ 2857792 w 5458968"/>
                <a:gd name="connsiteY2" fmla="*/ 2508109 h 6193919"/>
                <a:gd name="connsiteX3" fmla="*/ 2729484 w 5458968"/>
                <a:gd name="connsiteY3" fmla="*/ 2514600 h 6193919"/>
                <a:gd name="connsiteX4" fmla="*/ 2275861 w 5458968"/>
                <a:gd name="connsiteY4" fmla="*/ 2499258 h 6193919"/>
                <a:gd name="connsiteX5" fmla="*/ 732791 w 5458968"/>
                <a:gd name="connsiteY5" fmla="*/ 3319390 h 6193919"/>
                <a:gd name="connsiteX6" fmla="*/ 494663 w 5458968"/>
                <a:gd name="connsiteY6" fmla="*/ 5772328 h 6193919"/>
                <a:gd name="connsiteX7" fmla="*/ 4964305 w 5458968"/>
                <a:gd name="connsiteY7" fmla="*/ 5772328 h 6193919"/>
                <a:gd name="connsiteX8" fmla="*/ 4723037 w 5458968"/>
                <a:gd name="connsiteY8" fmla="*/ 3291108 h 6193919"/>
                <a:gd name="connsiteX9" fmla="*/ 3149413 w 5458968"/>
                <a:gd name="connsiteY9" fmla="*/ 2496115 h 6193919"/>
                <a:gd name="connsiteX10" fmla="*/ 2729484 w 5458968"/>
                <a:gd name="connsiteY10" fmla="*/ 472653 h 6193919"/>
                <a:gd name="connsiteX11" fmla="*/ 1947218 w 5458968"/>
                <a:gd name="connsiteY11" fmla="*/ 1257300 h 6193919"/>
                <a:gd name="connsiteX12" fmla="*/ 2729484 w 5458968"/>
                <a:gd name="connsiteY12" fmla="*/ 2041947 h 6193919"/>
                <a:gd name="connsiteX13" fmla="*/ 3511750 w 5458968"/>
                <a:gd name="connsiteY13" fmla="*/ 1257300 h 6193919"/>
                <a:gd name="connsiteX14" fmla="*/ 2729484 w 5458968"/>
                <a:gd name="connsiteY14" fmla="*/ 472653 h 6193919"/>
                <a:gd name="connsiteX15" fmla="*/ 2729484 w 5458968"/>
                <a:gd name="connsiteY15" fmla="*/ 0 h 6193919"/>
                <a:gd name="connsiteX16" fmla="*/ 3984403 w 5458968"/>
                <a:gd name="connsiteY16" fmla="*/ 1257300 h 6193919"/>
                <a:gd name="connsiteX17" fmla="*/ 3616846 w 5458968"/>
                <a:gd name="connsiteY17" fmla="*/ 2146346 h 6193919"/>
                <a:gd name="connsiteX18" fmla="*/ 3540397 w 5458968"/>
                <a:gd name="connsiteY18" fmla="*/ 2215960 h 6193919"/>
                <a:gd name="connsiteX19" fmla="*/ 5164297 w 5458968"/>
                <a:gd name="connsiteY19" fmla="*/ 2959466 h 6193919"/>
                <a:gd name="connsiteX20" fmla="*/ 5458968 w 5458968"/>
                <a:gd name="connsiteY20" fmla="*/ 6193919 h 6193919"/>
                <a:gd name="connsiteX21" fmla="*/ 0 w 5458968"/>
                <a:gd name="connsiteY21" fmla="*/ 6193919 h 6193919"/>
                <a:gd name="connsiteX22" fmla="*/ 290836 w 5458968"/>
                <a:gd name="connsiteY22" fmla="*/ 2996334 h 6193919"/>
                <a:gd name="connsiteX23" fmla="*/ 1892306 w 5458968"/>
                <a:gd name="connsiteY23" fmla="*/ 2192042 h 6193919"/>
                <a:gd name="connsiteX24" fmla="*/ 1842122 w 5458968"/>
                <a:gd name="connsiteY24" fmla="*/ 2146346 h 6193919"/>
                <a:gd name="connsiteX25" fmla="*/ 1474565 w 5458968"/>
                <a:gd name="connsiteY25" fmla="*/ 1257300 h 6193919"/>
                <a:gd name="connsiteX26" fmla="*/ 2729484 w 5458968"/>
                <a:gd name="connsiteY26" fmla="*/ 0 h 6193919"/>
                <a:gd name="connsiteX0" fmla="*/ 3149413 w 5458968"/>
                <a:gd name="connsiteY0" fmla="*/ 2496115 h 6193919"/>
                <a:gd name="connsiteX1" fmla="*/ 2931093 w 5458968"/>
                <a:gd name="connsiteY1" fmla="*/ 2496901 h 6193919"/>
                <a:gd name="connsiteX2" fmla="*/ 2857792 w 5458968"/>
                <a:gd name="connsiteY2" fmla="*/ 2508109 h 6193919"/>
                <a:gd name="connsiteX3" fmla="*/ 2275861 w 5458968"/>
                <a:gd name="connsiteY3" fmla="*/ 2499258 h 6193919"/>
                <a:gd name="connsiteX4" fmla="*/ 732791 w 5458968"/>
                <a:gd name="connsiteY4" fmla="*/ 3319390 h 6193919"/>
                <a:gd name="connsiteX5" fmla="*/ 494663 w 5458968"/>
                <a:gd name="connsiteY5" fmla="*/ 5772328 h 6193919"/>
                <a:gd name="connsiteX6" fmla="*/ 4964305 w 5458968"/>
                <a:gd name="connsiteY6" fmla="*/ 5772328 h 6193919"/>
                <a:gd name="connsiteX7" fmla="*/ 4723037 w 5458968"/>
                <a:gd name="connsiteY7" fmla="*/ 3291108 h 6193919"/>
                <a:gd name="connsiteX8" fmla="*/ 3149413 w 5458968"/>
                <a:gd name="connsiteY8" fmla="*/ 2496115 h 6193919"/>
                <a:gd name="connsiteX9" fmla="*/ 2729484 w 5458968"/>
                <a:gd name="connsiteY9" fmla="*/ 472653 h 6193919"/>
                <a:gd name="connsiteX10" fmla="*/ 1947218 w 5458968"/>
                <a:gd name="connsiteY10" fmla="*/ 1257300 h 6193919"/>
                <a:gd name="connsiteX11" fmla="*/ 2729484 w 5458968"/>
                <a:gd name="connsiteY11" fmla="*/ 2041947 h 6193919"/>
                <a:gd name="connsiteX12" fmla="*/ 3511750 w 5458968"/>
                <a:gd name="connsiteY12" fmla="*/ 1257300 h 6193919"/>
                <a:gd name="connsiteX13" fmla="*/ 2729484 w 5458968"/>
                <a:gd name="connsiteY13" fmla="*/ 472653 h 6193919"/>
                <a:gd name="connsiteX14" fmla="*/ 2729484 w 5458968"/>
                <a:gd name="connsiteY14" fmla="*/ 0 h 6193919"/>
                <a:gd name="connsiteX15" fmla="*/ 3984403 w 5458968"/>
                <a:gd name="connsiteY15" fmla="*/ 1257300 h 6193919"/>
                <a:gd name="connsiteX16" fmla="*/ 3616846 w 5458968"/>
                <a:gd name="connsiteY16" fmla="*/ 2146346 h 6193919"/>
                <a:gd name="connsiteX17" fmla="*/ 3540397 w 5458968"/>
                <a:gd name="connsiteY17" fmla="*/ 2215960 h 6193919"/>
                <a:gd name="connsiteX18" fmla="*/ 5164297 w 5458968"/>
                <a:gd name="connsiteY18" fmla="*/ 2959466 h 6193919"/>
                <a:gd name="connsiteX19" fmla="*/ 5458968 w 5458968"/>
                <a:gd name="connsiteY19" fmla="*/ 6193919 h 6193919"/>
                <a:gd name="connsiteX20" fmla="*/ 0 w 5458968"/>
                <a:gd name="connsiteY20" fmla="*/ 6193919 h 6193919"/>
                <a:gd name="connsiteX21" fmla="*/ 290836 w 5458968"/>
                <a:gd name="connsiteY21" fmla="*/ 2996334 h 6193919"/>
                <a:gd name="connsiteX22" fmla="*/ 1892306 w 5458968"/>
                <a:gd name="connsiteY22" fmla="*/ 2192042 h 6193919"/>
                <a:gd name="connsiteX23" fmla="*/ 1842122 w 5458968"/>
                <a:gd name="connsiteY23" fmla="*/ 2146346 h 6193919"/>
                <a:gd name="connsiteX24" fmla="*/ 1474565 w 5458968"/>
                <a:gd name="connsiteY24" fmla="*/ 1257300 h 6193919"/>
                <a:gd name="connsiteX25" fmla="*/ 2729484 w 5458968"/>
                <a:gd name="connsiteY25" fmla="*/ 0 h 6193919"/>
                <a:gd name="connsiteX0" fmla="*/ 3149413 w 5458968"/>
                <a:gd name="connsiteY0" fmla="*/ 2496115 h 6193919"/>
                <a:gd name="connsiteX1" fmla="*/ 2931093 w 5458968"/>
                <a:gd name="connsiteY1" fmla="*/ 2496901 h 6193919"/>
                <a:gd name="connsiteX2" fmla="*/ 2275861 w 5458968"/>
                <a:gd name="connsiteY2" fmla="*/ 2499258 h 6193919"/>
                <a:gd name="connsiteX3" fmla="*/ 732791 w 5458968"/>
                <a:gd name="connsiteY3" fmla="*/ 3319390 h 6193919"/>
                <a:gd name="connsiteX4" fmla="*/ 494663 w 5458968"/>
                <a:gd name="connsiteY4" fmla="*/ 5772328 h 6193919"/>
                <a:gd name="connsiteX5" fmla="*/ 4964305 w 5458968"/>
                <a:gd name="connsiteY5" fmla="*/ 5772328 h 6193919"/>
                <a:gd name="connsiteX6" fmla="*/ 4723037 w 5458968"/>
                <a:gd name="connsiteY6" fmla="*/ 3291108 h 6193919"/>
                <a:gd name="connsiteX7" fmla="*/ 3149413 w 5458968"/>
                <a:gd name="connsiteY7" fmla="*/ 2496115 h 6193919"/>
                <a:gd name="connsiteX8" fmla="*/ 2729484 w 5458968"/>
                <a:gd name="connsiteY8" fmla="*/ 472653 h 6193919"/>
                <a:gd name="connsiteX9" fmla="*/ 1947218 w 5458968"/>
                <a:gd name="connsiteY9" fmla="*/ 1257300 h 6193919"/>
                <a:gd name="connsiteX10" fmla="*/ 2729484 w 5458968"/>
                <a:gd name="connsiteY10" fmla="*/ 2041947 h 6193919"/>
                <a:gd name="connsiteX11" fmla="*/ 3511750 w 5458968"/>
                <a:gd name="connsiteY11" fmla="*/ 1257300 h 6193919"/>
                <a:gd name="connsiteX12" fmla="*/ 2729484 w 5458968"/>
                <a:gd name="connsiteY12" fmla="*/ 472653 h 6193919"/>
                <a:gd name="connsiteX13" fmla="*/ 2729484 w 5458968"/>
                <a:gd name="connsiteY13" fmla="*/ 0 h 6193919"/>
                <a:gd name="connsiteX14" fmla="*/ 3984403 w 5458968"/>
                <a:gd name="connsiteY14" fmla="*/ 1257300 h 6193919"/>
                <a:gd name="connsiteX15" fmla="*/ 3616846 w 5458968"/>
                <a:gd name="connsiteY15" fmla="*/ 2146346 h 6193919"/>
                <a:gd name="connsiteX16" fmla="*/ 3540397 w 5458968"/>
                <a:gd name="connsiteY16" fmla="*/ 2215960 h 6193919"/>
                <a:gd name="connsiteX17" fmla="*/ 5164297 w 5458968"/>
                <a:gd name="connsiteY17" fmla="*/ 2959466 h 6193919"/>
                <a:gd name="connsiteX18" fmla="*/ 5458968 w 5458968"/>
                <a:gd name="connsiteY18" fmla="*/ 6193919 h 6193919"/>
                <a:gd name="connsiteX19" fmla="*/ 0 w 5458968"/>
                <a:gd name="connsiteY19" fmla="*/ 6193919 h 6193919"/>
                <a:gd name="connsiteX20" fmla="*/ 290836 w 5458968"/>
                <a:gd name="connsiteY20" fmla="*/ 2996334 h 6193919"/>
                <a:gd name="connsiteX21" fmla="*/ 1892306 w 5458968"/>
                <a:gd name="connsiteY21" fmla="*/ 2192042 h 6193919"/>
                <a:gd name="connsiteX22" fmla="*/ 1842122 w 5458968"/>
                <a:gd name="connsiteY22" fmla="*/ 2146346 h 6193919"/>
                <a:gd name="connsiteX23" fmla="*/ 1474565 w 5458968"/>
                <a:gd name="connsiteY23" fmla="*/ 1257300 h 6193919"/>
                <a:gd name="connsiteX24" fmla="*/ 2729484 w 5458968"/>
                <a:gd name="connsiteY24" fmla="*/ 0 h 6193919"/>
                <a:gd name="connsiteX0" fmla="*/ 3149413 w 5458968"/>
                <a:gd name="connsiteY0" fmla="*/ 2496115 h 6193919"/>
                <a:gd name="connsiteX1" fmla="*/ 2275861 w 5458968"/>
                <a:gd name="connsiteY1" fmla="*/ 2499258 h 6193919"/>
                <a:gd name="connsiteX2" fmla="*/ 732791 w 5458968"/>
                <a:gd name="connsiteY2" fmla="*/ 3319390 h 6193919"/>
                <a:gd name="connsiteX3" fmla="*/ 494663 w 5458968"/>
                <a:gd name="connsiteY3" fmla="*/ 5772328 h 6193919"/>
                <a:gd name="connsiteX4" fmla="*/ 4964305 w 5458968"/>
                <a:gd name="connsiteY4" fmla="*/ 5772328 h 6193919"/>
                <a:gd name="connsiteX5" fmla="*/ 4723037 w 5458968"/>
                <a:gd name="connsiteY5" fmla="*/ 3291108 h 6193919"/>
                <a:gd name="connsiteX6" fmla="*/ 3149413 w 5458968"/>
                <a:gd name="connsiteY6" fmla="*/ 2496115 h 6193919"/>
                <a:gd name="connsiteX7" fmla="*/ 2729484 w 5458968"/>
                <a:gd name="connsiteY7" fmla="*/ 472653 h 6193919"/>
                <a:gd name="connsiteX8" fmla="*/ 1947218 w 5458968"/>
                <a:gd name="connsiteY8" fmla="*/ 1257300 h 6193919"/>
                <a:gd name="connsiteX9" fmla="*/ 2729484 w 5458968"/>
                <a:gd name="connsiteY9" fmla="*/ 2041947 h 6193919"/>
                <a:gd name="connsiteX10" fmla="*/ 3511750 w 5458968"/>
                <a:gd name="connsiteY10" fmla="*/ 1257300 h 6193919"/>
                <a:gd name="connsiteX11" fmla="*/ 2729484 w 5458968"/>
                <a:gd name="connsiteY11" fmla="*/ 472653 h 6193919"/>
                <a:gd name="connsiteX12" fmla="*/ 2729484 w 5458968"/>
                <a:gd name="connsiteY12" fmla="*/ 0 h 6193919"/>
                <a:gd name="connsiteX13" fmla="*/ 3984403 w 5458968"/>
                <a:gd name="connsiteY13" fmla="*/ 1257300 h 6193919"/>
                <a:gd name="connsiteX14" fmla="*/ 3616846 w 5458968"/>
                <a:gd name="connsiteY14" fmla="*/ 2146346 h 6193919"/>
                <a:gd name="connsiteX15" fmla="*/ 3540397 w 5458968"/>
                <a:gd name="connsiteY15" fmla="*/ 2215960 h 6193919"/>
                <a:gd name="connsiteX16" fmla="*/ 5164297 w 5458968"/>
                <a:gd name="connsiteY16" fmla="*/ 2959466 h 6193919"/>
                <a:gd name="connsiteX17" fmla="*/ 5458968 w 5458968"/>
                <a:gd name="connsiteY17" fmla="*/ 6193919 h 6193919"/>
                <a:gd name="connsiteX18" fmla="*/ 0 w 5458968"/>
                <a:gd name="connsiteY18" fmla="*/ 6193919 h 6193919"/>
                <a:gd name="connsiteX19" fmla="*/ 290836 w 5458968"/>
                <a:gd name="connsiteY19" fmla="*/ 2996334 h 6193919"/>
                <a:gd name="connsiteX20" fmla="*/ 1892306 w 5458968"/>
                <a:gd name="connsiteY20" fmla="*/ 2192042 h 6193919"/>
                <a:gd name="connsiteX21" fmla="*/ 1842122 w 5458968"/>
                <a:gd name="connsiteY21" fmla="*/ 2146346 h 6193919"/>
                <a:gd name="connsiteX22" fmla="*/ 1474565 w 5458968"/>
                <a:gd name="connsiteY22" fmla="*/ 1257300 h 6193919"/>
                <a:gd name="connsiteX23" fmla="*/ 2729484 w 5458968"/>
                <a:gd name="connsiteY23" fmla="*/ 0 h 6193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458968" h="6193919">
                  <a:moveTo>
                    <a:pt x="3149413" y="2496115"/>
                  </a:moveTo>
                  <a:lnTo>
                    <a:pt x="2275861" y="2499258"/>
                  </a:lnTo>
                  <a:lnTo>
                    <a:pt x="732791" y="3319390"/>
                  </a:lnTo>
                  <a:lnTo>
                    <a:pt x="494663" y="5772328"/>
                  </a:lnTo>
                  <a:lnTo>
                    <a:pt x="4964305" y="5772328"/>
                  </a:lnTo>
                  <a:lnTo>
                    <a:pt x="4723037" y="3291108"/>
                  </a:lnTo>
                  <a:lnTo>
                    <a:pt x="3149413" y="2496115"/>
                  </a:lnTo>
                  <a:close/>
                  <a:moveTo>
                    <a:pt x="2729484" y="472653"/>
                  </a:moveTo>
                  <a:cubicBezTo>
                    <a:pt x="2297450" y="472653"/>
                    <a:pt x="1947218" y="823951"/>
                    <a:pt x="1947218" y="1257300"/>
                  </a:cubicBezTo>
                  <a:cubicBezTo>
                    <a:pt x="1947218" y="1690649"/>
                    <a:pt x="2297450" y="2041947"/>
                    <a:pt x="2729484" y="2041947"/>
                  </a:cubicBezTo>
                  <a:cubicBezTo>
                    <a:pt x="3161518" y="2041947"/>
                    <a:pt x="3511750" y="1690649"/>
                    <a:pt x="3511750" y="1257300"/>
                  </a:cubicBezTo>
                  <a:cubicBezTo>
                    <a:pt x="3511750" y="823951"/>
                    <a:pt x="3161518" y="472653"/>
                    <a:pt x="2729484" y="472653"/>
                  </a:cubicBezTo>
                  <a:close/>
                  <a:moveTo>
                    <a:pt x="2729484" y="0"/>
                  </a:moveTo>
                  <a:cubicBezTo>
                    <a:pt x="3422557" y="0"/>
                    <a:pt x="3984403" y="562912"/>
                    <a:pt x="3984403" y="1257300"/>
                  </a:cubicBezTo>
                  <a:cubicBezTo>
                    <a:pt x="3984403" y="1604494"/>
                    <a:pt x="3843942" y="1918819"/>
                    <a:pt x="3616846" y="2146346"/>
                  </a:cubicBezTo>
                  <a:lnTo>
                    <a:pt x="3540397" y="2215960"/>
                  </a:lnTo>
                  <a:lnTo>
                    <a:pt x="5164297" y="2959466"/>
                  </a:lnTo>
                  <a:lnTo>
                    <a:pt x="5458968" y="6193919"/>
                  </a:lnTo>
                  <a:lnTo>
                    <a:pt x="0" y="6193919"/>
                  </a:lnTo>
                  <a:lnTo>
                    <a:pt x="290836" y="2996334"/>
                  </a:lnTo>
                  <a:lnTo>
                    <a:pt x="1892306" y="2192042"/>
                  </a:lnTo>
                  <a:lnTo>
                    <a:pt x="1842122" y="2146346"/>
                  </a:lnTo>
                  <a:cubicBezTo>
                    <a:pt x="1615027" y="1918819"/>
                    <a:pt x="1474565" y="1604494"/>
                    <a:pt x="1474565" y="1257300"/>
                  </a:cubicBezTo>
                  <a:cubicBezTo>
                    <a:pt x="1474565" y="562912"/>
                    <a:pt x="2036411" y="0"/>
                    <a:pt x="2729484" y="0"/>
                  </a:cubicBezTo>
                  <a:close/>
                </a:path>
              </a:pathLst>
            </a:custGeom>
            <a:solidFill>
              <a:srgbClr val="F1E2FE"/>
            </a:solidFill>
            <a:ln>
              <a:noFill/>
            </a:ln>
            <a:effectLst>
              <a:outerShdw blurRad="381000" sx="90000" sy="90000" algn="ctr" rotWithShape="0">
                <a:prstClr val="black">
                  <a:alpha val="5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25400" h="2540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079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F282DA-B02D-EB94-18F2-26225AFC4FEC}"/>
              </a:ext>
            </a:extLst>
          </p:cNvPr>
          <p:cNvSpPr/>
          <p:nvPr/>
        </p:nvSpPr>
        <p:spPr>
          <a:xfrm>
            <a:off x="923637" y="240145"/>
            <a:ext cx="10344727" cy="6336146"/>
          </a:xfrm>
          <a:prstGeom prst="ellipse">
            <a:avLst/>
          </a:prstGeom>
          <a:gradFill flip="none" rotWithShape="1">
            <a:gsLst>
              <a:gs pos="40000">
                <a:srgbClr val="5A0296"/>
              </a:gs>
              <a:gs pos="25000">
                <a:srgbClr val="650DAF"/>
              </a:gs>
              <a:gs pos="70000">
                <a:srgbClr val="040024"/>
              </a:gs>
            </a:gsLst>
            <a:path path="circle">
              <a:fillToRect l="50000" t="130000" r="50000" b="-30000"/>
            </a:path>
            <a:tileRect/>
          </a:gradFill>
          <a:ln w="508000">
            <a:noFill/>
          </a:ln>
          <a:effectLst>
            <a:innerShdw blurRad="8255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F8EECCA-FD4B-8DAE-487F-331956707B36}"/>
              </a:ext>
            </a:extLst>
          </p:cNvPr>
          <p:cNvSpPr/>
          <p:nvPr/>
        </p:nvSpPr>
        <p:spPr>
          <a:xfrm>
            <a:off x="923637" y="240145"/>
            <a:ext cx="10344727" cy="6336146"/>
          </a:xfrm>
          <a:prstGeom prst="ellipse">
            <a:avLst/>
          </a:prstGeom>
          <a:noFill/>
          <a:ln w="508000">
            <a:gradFill flip="none" rotWithShape="1">
              <a:gsLst>
                <a:gs pos="12500">
                  <a:schemeClr val="bg1">
                    <a:lumMod val="85000"/>
                  </a:schemeClr>
                </a:gs>
                <a:gs pos="0">
                  <a:schemeClr val="bg1">
                    <a:lumMod val="65000"/>
                  </a:schemeClr>
                </a:gs>
                <a:gs pos="80000">
                  <a:schemeClr val="bg1">
                    <a:lumMod val="95000"/>
                  </a:schemeClr>
                </a:gs>
                <a:gs pos="65000">
                  <a:schemeClr val="tx1">
                    <a:lumMod val="65000"/>
                    <a:lumOff val="35000"/>
                  </a:schemeClr>
                </a:gs>
                <a:gs pos="25000">
                  <a:schemeClr val="tx1">
                    <a:lumMod val="65000"/>
                    <a:lumOff val="3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1"/>
              <a:tileRect/>
            </a:gradFill>
          </a:ln>
          <a:scene3d>
            <a:camera prst="orthographicFront"/>
            <a:lightRig rig="threePt" dir="t"/>
          </a:scene3d>
          <a:sp3d>
            <a:bevelT w="254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450D90-62E4-7689-7EEF-CCC58C2BB77B}"/>
              </a:ext>
            </a:extLst>
          </p:cNvPr>
          <p:cNvSpPr/>
          <p:nvPr/>
        </p:nvSpPr>
        <p:spPr>
          <a:xfrm>
            <a:off x="665019" y="0"/>
            <a:ext cx="10861963" cy="685800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1B5048F-1A8B-DBEA-0379-22CD208DB1FC}"/>
              </a:ext>
            </a:extLst>
          </p:cNvPr>
          <p:cNvSpPr/>
          <p:nvPr/>
        </p:nvSpPr>
        <p:spPr>
          <a:xfrm>
            <a:off x="2198255" y="1081809"/>
            <a:ext cx="7795491" cy="4690918"/>
          </a:xfrm>
          <a:custGeom>
            <a:avLst/>
            <a:gdLst>
              <a:gd name="connsiteX0" fmla="*/ 7568218 w 11619679"/>
              <a:gd name="connsiteY0" fmla="*/ 67059 h 6736935"/>
              <a:gd name="connsiteX1" fmla="*/ 9799152 w 11619679"/>
              <a:gd name="connsiteY1" fmla="*/ 551679 h 6736935"/>
              <a:gd name="connsiteX2" fmla="*/ 11617233 w 11619679"/>
              <a:gd name="connsiteY2" fmla="*/ 3147156 h 6736935"/>
              <a:gd name="connsiteX3" fmla="*/ 11125367 w 11619679"/>
              <a:gd name="connsiteY3" fmla="*/ 4240985 h 6736935"/>
              <a:gd name="connsiteX4" fmla="*/ 10125666 w 11619679"/>
              <a:gd name="connsiteY4" fmla="*/ 4957492 h 6736935"/>
              <a:gd name="connsiteX5" fmla="*/ 7768012 w 11619679"/>
              <a:gd name="connsiteY5" fmla="*/ 5373751 h 6736935"/>
              <a:gd name="connsiteX6" fmla="*/ 7824691 w 11619679"/>
              <a:gd name="connsiteY6" fmla="*/ 6736935 h 6736935"/>
              <a:gd name="connsiteX7" fmla="*/ 6205343 w 11619679"/>
              <a:gd name="connsiteY7" fmla="*/ 5592113 h 6736935"/>
              <a:gd name="connsiteX8" fmla="*/ 4372248 w 11619679"/>
              <a:gd name="connsiteY8" fmla="*/ 4740008 h 6736935"/>
              <a:gd name="connsiteX9" fmla="*/ 6051809 w 11619679"/>
              <a:gd name="connsiteY9" fmla="*/ 3886142 h 6736935"/>
              <a:gd name="connsiteX10" fmla="*/ 7711619 w 11619679"/>
              <a:gd name="connsiteY10" fmla="*/ 2654959 h 6736935"/>
              <a:gd name="connsiteX11" fmla="*/ 7606960 w 11619679"/>
              <a:gd name="connsiteY11" fmla="*/ 3877925 h 6736935"/>
              <a:gd name="connsiteX12" fmla="*/ 8134778 w 11619679"/>
              <a:gd name="connsiteY12" fmla="*/ 3816030 h 6736935"/>
              <a:gd name="connsiteX13" fmla="*/ 9613421 w 11619679"/>
              <a:gd name="connsiteY13" fmla="*/ 2394046 h 6736935"/>
              <a:gd name="connsiteX14" fmla="*/ 9290883 w 11619679"/>
              <a:gd name="connsiteY14" fmla="*/ 1684049 h 6736935"/>
              <a:gd name="connsiteX15" fmla="*/ 8384373 w 11619679"/>
              <a:gd name="connsiteY15" fmla="*/ 815198 h 6736935"/>
              <a:gd name="connsiteX16" fmla="*/ 7269295 w 11619679"/>
              <a:gd name="connsiteY16" fmla="*/ 90696 h 6736935"/>
              <a:gd name="connsiteX17" fmla="*/ 7568218 w 11619679"/>
              <a:gd name="connsiteY17" fmla="*/ 67059 h 6736935"/>
              <a:gd name="connsiteX18" fmla="*/ 3794989 w 11619679"/>
              <a:gd name="connsiteY18" fmla="*/ 0 h 6736935"/>
              <a:gd name="connsiteX19" fmla="*/ 5414336 w 11619679"/>
              <a:gd name="connsiteY19" fmla="*/ 1144822 h 6736935"/>
              <a:gd name="connsiteX20" fmla="*/ 7247431 w 11619679"/>
              <a:gd name="connsiteY20" fmla="*/ 1996927 h 6736935"/>
              <a:gd name="connsiteX21" fmla="*/ 5567870 w 11619679"/>
              <a:gd name="connsiteY21" fmla="*/ 2850793 h 6736935"/>
              <a:gd name="connsiteX22" fmla="*/ 3908060 w 11619679"/>
              <a:gd name="connsiteY22" fmla="*/ 4081976 h 6736935"/>
              <a:gd name="connsiteX23" fmla="*/ 4012719 w 11619679"/>
              <a:gd name="connsiteY23" fmla="*/ 2859010 h 6736935"/>
              <a:gd name="connsiteX24" fmla="*/ 3484902 w 11619679"/>
              <a:gd name="connsiteY24" fmla="*/ 2920905 h 6736935"/>
              <a:gd name="connsiteX25" fmla="*/ 2006259 w 11619679"/>
              <a:gd name="connsiteY25" fmla="*/ 4342889 h 6736935"/>
              <a:gd name="connsiteX26" fmla="*/ 2328796 w 11619679"/>
              <a:gd name="connsiteY26" fmla="*/ 5052886 h 6736935"/>
              <a:gd name="connsiteX27" fmla="*/ 3235306 w 11619679"/>
              <a:gd name="connsiteY27" fmla="*/ 5921737 h 6736935"/>
              <a:gd name="connsiteX28" fmla="*/ 4350384 w 11619679"/>
              <a:gd name="connsiteY28" fmla="*/ 6646239 h 6736935"/>
              <a:gd name="connsiteX29" fmla="*/ 1820528 w 11619679"/>
              <a:gd name="connsiteY29" fmla="*/ 6185256 h 6736935"/>
              <a:gd name="connsiteX30" fmla="*/ 2446 w 11619679"/>
              <a:gd name="connsiteY30" fmla="*/ 3589779 h 6736935"/>
              <a:gd name="connsiteX31" fmla="*/ 494312 w 11619679"/>
              <a:gd name="connsiteY31" fmla="*/ 2495950 h 6736935"/>
              <a:gd name="connsiteX32" fmla="*/ 1494013 w 11619679"/>
              <a:gd name="connsiteY32" fmla="*/ 1779443 h 6736935"/>
              <a:gd name="connsiteX33" fmla="*/ 3851668 w 11619679"/>
              <a:gd name="connsiteY33" fmla="*/ 1363184 h 6736935"/>
              <a:gd name="connsiteX34" fmla="*/ 3794989 w 11619679"/>
              <a:gd name="connsiteY34" fmla="*/ 0 h 6736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1619679" h="6736935">
                <a:moveTo>
                  <a:pt x="7568218" y="67059"/>
                </a:moveTo>
                <a:cubicBezTo>
                  <a:pt x="8317846" y="52829"/>
                  <a:pt x="9386104" y="311229"/>
                  <a:pt x="9799152" y="551679"/>
                </a:cubicBezTo>
                <a:cubicBezTo>
                  <a:pt x="10762644" y="1075438"/>
                  <a:pt x="11673114" y="2223165"/>
                  <a:pt x="11617233" y="3147156"/>
                </a:cubicBezTo>
                <a:cubicBezTo>
                  <a:pt x="11570276" y="3631750"/>
                  <a:pt x="11373961" y="3939262"/>
                  <a:pt x="11125367" y="4240985"/>
                </a:cubicBezTo>
                <a:cubicBezTo>
                  <a:pt x="11005178" y="4372148"/>
                  <a:pt x="10667634" y="4663753"/>
                  <a:pt x="10125666" y="4957492"/>
                </a:cubicBezTo>
                <a:cubicBezTo>
                  <a:pt x="8606692" y="5644764"/>
                  <a:pt x="7829762" y="5412001"/>
                  <a:pt x="7768012" y="5373751"/>
                </a:cubicBezTo>
                <a:cubicBezTo>
                  <a:pt x="7665309" y="5734695"/>
                  <a:pt x="7836521" y="6364010"/>
                  <a:pt x="7824691" y="6736935"/>
                </a:cubicBezTo>
                <a:cubicBezTo>
                  <a:pt x="6974549" y="6060235"/>
                  <a:pt x="6773357" y="5920385"/>
                  <a:pt x="6205343" y="5592113"/>
                </a:cubicBezTo>
                <a:cubicBezTo>
                  <a:pt x="5443041" y="5252350"/>
                  <a:pt x="4711460" y="4936470"/>
                  <a:pt x="4372248" y="4740008"/>
                </a:cubicBezTo>
                <a:cubicBezTo>
                  <a:pt x="5183482" y="4352335"/>
                  <a:pt x="5461125" y="4233650"/>
                  <a:pt x="6051809" y="3886142"/>
                </a:cubicBezTo>
                <a:cubicBezTo>
                  <a:pt x="6608371" y="3538634"/>
                  <a:pt x="7316515" y="2952598"/>
                  <a:pt x="7711619" y="2654959"/>
                </a:cubicBezTo>
                <a:cubicBezTo>
                  <a:pt x="7659291" y="3047008"/>
                  <a:pt x="7620731" y="3480368"/>
                  <a:pt x="7606960" y="3877925"/>
                </a:cubicBezTo>
                <a:cubicBezTo>
                  <a:pt x="7714233" y="3888942"/>
                  <a:pt x="7949941" y="3880207"/>
                  <a:pt x="8134778" y="3816030"/>
                </a:cubicBezTo>
                <a:cubicBezTo>
                  <a:pt x="8322802" y="3755822"/>
                  <a:pt x="9763423" y="3225643"/>
                  <a:pt x="9613421" y="2394046"/>
                </a:cubicBezTo>
                <a:cubicBezTo>
                  <a:pt x="9518859" y="2102098"/>
                  <a:pt x="9470825" y="1937437"/>
                  <a:pt x="9290883" y="1684049"/>
                </a:cubicBezTo>
                <a:cubicBezTo>
                  <a:pt x="8891521" y="1172623"/>
                  <a:pt x="8532242" y="925367"/>
                  <a:pt x="8384373" y="815198"/>
                </a:cubicBezTo>
                <a:cubicBezTo>
                  <a:pt x="7992141" y="541660"/>
                  <a:pt x="7626350" y="289987"/>
                  <a:pt x="7269295" y="90696"/>
                </a:cubicBezTo>
                <a:cubicBezTo>
                  <a:pt x="7360541" y="76688"/>
                  <a:pt x="7461128" y="69092"/>
                  <a:pt x="7568218" y="67059"/>
                </a:cubicBezTo>
                <a:close/>
                <a:moveTo>
                  <a:pt x="3794989" y="0"/>
                </a:moveTo>
                <a:cubicBezTo>
                  <a:pt x="4645130" y="676700"/>
                  <a:pt x="4846322" y="816550"/>
                  <a:pt x="5414336" y="1144822"/>
                </a:cubicBezTo>
                <a:cubicBezTo>
                  <a:pt x="6176638" y="1484585"/>
                  <a:pt x="6908219" y="1800465"/>
                  <a:pt x="7247431" y="1996927"/>
                </a:cubicBezTo>
                <a:cubicBezTo>
                  <a:pt x="6436197" y="2384600"/>
                  <a:pt x="6158554" y="2503285"/>
                  <a:pt x="5567870" y="2850793"/>
                </a:cubicBezTo>
                <a:cubicBezTo>
                  <a:pt x="5011308" y="3198301"/>
                  <a:pt x="4303164" y="3784337"/>
                  <a:pt x="3908060" y="4081976"/>
                </a:cubicBezTo>
                <a:cubicBezTo>
                  <a:pt x="3960388" y="3689927"/>
                  <a:pt x="3998948" y="3256567"/>
                  <a:pt x="4012719" y="2859010"/>
                </a:cubicBezTo>
                <a:cubicBezTo>
                  <a:pt x="3905446" y="2847993"/>
                  <a:pt x="3669739" y="2856728"/>
                  <a:pt x="3484902" y="2920905"/>
                </a:cubicBezTo>
                <a:cubicBezTo>
                  <a:pt x="3296877" y="2981113"/>
                  <a:pt x="1856257" y="3511292"/>
                  <a:pt x="2006259" y="4342889"/>
                </a:cubicBezTo>
                <a:cubicBezTo>
                  <a:pt x="2100821" y="4634837"/>
                  <a:pt x="2148855" y="4799498"/>
                  <a:pt x="2328796" y="5052886"/>
                </a:cubicBezTo>
                <a:cubicBezTo>
                  <a:pt x="2728159" y="5564312"/>
                  <a:pt x="3087438" y="5811568"/>
                  <a:pt x="3235306" y="5921737"/>
                </a:cubicBezTo>
                <a:cubicBezTo>
                  <a:pt x="3627539" y="6195275"/>
                  <a:pt x="3993329" y="6446948"/>
                  <a:pt x="4350384" y="6646239"/>
                </a:cubicBezTo>
                <a:cubicBezTo>
                  <a:pt x="3620421" y="6758301"/>
                  <a:pt x="2292583" y="6460056"/>
                  <a:pt x="1820528" y="6185256"/>
                </a:cubicBezTo>
                <a:cubicBezTo>
                  <a:pt x="857035" y="5661497"/>
                  <a:pt x="-53434" y="4513770"/>
                  <a:pt x="2446" y="3589779"/>
                </a:cubicBezTo>
                <a:cubicBezTo>
                  <a:pt x="49403" y="3105185"/>
                  <a:pt x="245718" y="2797673"/>
                  <a:pt x="494312" y="2495950"/>
                </a:cubicBezTo>
                <a:cubicBezTo>
                  <a:pt x="614501" y="2364787"/>
                  <a:pt x="952045" y="2073182"/>
                  <a:pt x="1494013" y="1779443"/>
                </a:cubicBezTo>
                <a:cubicBezTo>
                  <a:pt x="3012988" y="1092171"/>
                  <a:pt x="3789918" y="1324934"/>
                  <a:pt x="3851668" y="1363184"/>
                </a:cubicBezTo>
                <a:cubicBezTo>
                  <a:pt x="3954370" y="1002240"/>
                  <a:pt x="3783159" y="372925"/>
                  <a:pt x="3794989" y="0"/>
                </a:cubicBezTo>
                <a:close/>
              </a:path>
            </a:pathLst>
          </a:custGeom>
          <a:solidFill>
            <a:srgbClr val="F1E2FE"/>
          </a:solidFill>
          <a:ln>
            <a:noFill/>
          </a:ln>
          <a:effectLst>
            <a:outerShdw blurRad="127000" sx="98000" sy="98000" algn="ctr" rotWithShape="0">
              <a:prstClr val="black">
                <a:alpha val="67000"/>
              </a:prstClr>
            </a:outerShdw>
          </a:effectLst>
          <a:scene3d>
            <a:camera prst="orthographicFront"/>
            <a:lightRig rig="threePt" dir="t"/>
          </a:scene3d>
          <a:sp3d>
            <a:bevelT w="31750" h="444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480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Helvetica-Heavy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Nguyễn Việt Anh</dc:creator>
  <cp:lastModifiedBy>Nguyễn Việt Anh</cp:lastModifiedBy>
  <cp:revision>1</cp:revision>
  <dcterms:created xsi:type="dcterms:W3CDTF">2026-02-10T14:10:44Z</dcterms:created>
  <dcterms:modified xsi:type="dcterms:W3CDTF">2026-02-10T14:11:35Z</dcterms:modified>
</cp:coreProperties>
</file>